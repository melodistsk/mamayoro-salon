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713232"/>
            <a:ext cx="121916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D85A44"/>
                </a:solidFill>
                <a:latin typeface="游ゴシック"/>
              </a:rPr>
              <a:t>H A P P Y   B I R T H D A 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325880"/>
            <a:ext cx="121916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4A2C3A"/>
                </a:solidFill>
                <a:latin typeface="游明朝"/>
              </a:rPr>
              <a:t>8月のお誕生日、おめでとう。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2395728"/>
            <a:ext cx="1828800" cy="41148"/>
          </a:xfrm>
          <a:prstGeom prst="rect">
            <a:avLst/>
          </a:prstGeom>
          <a:solidFill>
            <a:srgbClr val="D8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880360"/>
            <a:ext cx="761969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4A2C3A"/>
                </a:solidFill>
                <a:latin typeface="游明朝"/>
              </a:rPr>
              <a:t>佐藤 健一</a:t>
            </a:r>
            <a:r>
              <a:rPr sz="1800">
                <a:solidFill>
                  <a:srgbClr val="D85A44"/>
                </a:solidFill>
                <a:latin typeface="游ゴシック"/>
              </a:rPr>
              <a:t>　　8月5日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813048"/>
            <a:ext cx="761969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4A2C3A"/>
                </a:solidFill>
                <a:latin typeface="游明朝"/>
              </a:rPr>
              <a:t>鈴木 美咲</a:t>
            </a:r>
            <a:r>
              <a:rPr sz="1800">
                <a:solidFill>
                  <a:srgbClr val="D85A44"/>
                </a:solidFill>
                <a:latin typeface="游ゴシック"/>
              </a:rPr>
              <a:t>　　8月14日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745736"/>
            <a:ext cx="761969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4A2C3A"/>
                </a:solidFill>
                <a:latin typeface="游明朝"/>
              </a:rPr>
              <a:t>田中 大輔</a:t>
            </a:r>
            <a:r>
              <a:rPr sz="1800">
                <a:solidFill>
                  <a:srgbClr val="D85A44"/>
                </a:solidFill>
                <a:latin typeface="游ゴシック"/>
              </a:rPr>
              <a:t>　　8月27日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A525C"/>
                </a:solidFill>
                <a:latin typeface="游ゴシック"/>
              </a:rPr>
              <a:t>ままよろサロン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
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333333"/>
                </a:solidFill>
                <a:latin typeface="游ゴシック"/>
              </a:rPr>
              <a:t>8月　お誕生日おめでとうございます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828800"/>
            <a:ext cx="2743200" cy="45720"/>
          </a:xfrm>
          <a:prstGeom prst="rect">
            <a:avLst/>
          </a:prstGeom>
          <a:solidFill>
            <a:srgbClr val="B57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606040"/>
            <a:ext cx="76196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游ゴシック"/>
              </a:rPr>
              <a:t>佐藤 健一 さん</a:t>
            </a:r>
            <a:r>
              <a:rPr sz="2000">
                <a:solidFill>
                  <a:srgbClr val="8A8A8A"/>
                </a:solidFill>
                <a:latin typeface="游ゴシック"/>
              </a:rPr>
              <a:t>　　8月5日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66160"/>
            <a:ext cx="76196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游ゴシック"/>
              </a:rPr>
              <a:t>鈴木 美咲 さん</a:t>
            </a:r>
            <a:r>
              <a:rPr sz="2000">
                <a:solidFill>
                  <a:srgbClr val="8A8A8A"/>
                </a:solidFill>
                <a:latin typeface="游ゴシック"/>
              </a:rPr>
              <a:t>　　8月14日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26280"/>
            <a:ext cx="76196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游ゴシック"/>
              </a:rPr>
              <a:t>田中 大輔 さん</a:t>
            </a:r>
            <a:r>
              <a:rPr sz="2000">
                <a:solidFill>
                  <a:srgbClr val="8A8A8A"/>
                </a:solidFill>
                <a:latin typeface="游ゴシック"/>
              </a:rPr>
              <a:t>　　8月27日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27648"/>
            <a:ext cx="1175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游ゴシック"/>
              </a:rPr>
              <a:t>作成：総務部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
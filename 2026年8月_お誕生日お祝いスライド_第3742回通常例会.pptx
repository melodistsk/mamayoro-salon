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4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21945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31089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31089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548640"/>
            <a:ext cx="6035040" cy="4023360"/>
          </a:xfrm>
          <a:prstGeom prst="ellipse">
            <a:avLst/>
          </a:prstGeom>
          <a:solidFill>
            <a:srgbClr val="2E6B4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ln w="19050">
            <a:solidFill>
              <a:srgbClr val="C9A2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420624"/>
            <a:ext cx="8302752" cy="4302252"/>
          </a:xfrm>
          <a:prstGeom prst="rect">
            <a:avLst/>
          </a:prstGeom>
          <a:ln w="9525">
            <a:solidFill>
              <a:srgbClr val="E7CD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374904" y="374904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Shape 8"/>
          <p:cNvSpPr/>
          <p:nvPr/>
        </p:nvSpPr>
        <p:spPr>
          <a:xfrm rot="2700000">
            <a:off x="8677656" y="374904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374904" y="4677156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8677656" y="4677156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3" name="Shape 11"/>
          <p:cNvSpPr/>
          <p:nvPr/>
        </p:nvSpPr>
        <p:spPr>
          <a:xfrm rot="4980000">
            <a:off x="642825" y="538046"/>
            <a:ext cx="190001" cy="39420"/>
          </a:xfrm>
          <a:prstGeom prst="rect">
            <a:avLst/>
          </a:prstGeom>
          <a:solidFill>
            <a:srgbClr val="E0A95C"/>
          </a:solidFill>
          <a:ln/>
        </p:spPr>
      </p:sp>
      <p:sp>
        <p:nvSpPr>
          <p:cNvPr id="14" name="Shape 12"/>
          <p:cNvSpPr/>
          <p:nvPr/>
        </p:nvSpPr>
        <p:spPr>
          <a:xfrm>
            <a:off x="2479251" y="816616"/>
            <a:ext cx="55702" cy="55702"/>
          </a:xfrm>
          <a:prstGeom prst="ellipse">
            <a:avLst/>
          </a:prstGeom>
          <a:solidFill>
            <a:srgbClr val="D98A78"/>
          </a:solidFill>
          <a:ln/>
        </p:spPr>
      </p:sp>
      <p:sp>
        <p:nvSpPr>
          <p:cNvPr id="15" name="Shape 13"/>
          <p:cNvSpPr/>
          <p:nvPr/>
        </p:nvSpPr>
        <p:spPr>
          <a:xfrm>
            <a:off x="6697057" y="796817"/>
            <a:ext cx="64490" cy="6449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6" name="Shape 14"/>
          <p:cNvSpPr/>
          <p:nvPr/>
        </p:nvSpPr>
        <p:spPr>
          <a:xfrm>
            <a:off x="4851539" y="670918"/>
            <a:ext cx="101905" cy="101905"/>
          </a:xfrm>
          <a:prstGeom prst="ellipse">
            <a:avLst/>
          </a:prstGeom>
          <a:solidFill>
            <a:srgbClr val="E0A95C"/>
          </a:solidFill>
          <a:ln/>
        </p:spPr>
      </p:sp>
      <p:sp>
        <p:nvSpPr>
          <p:cNvPr id="17" name="Shape 15"/>
          <p:cNvSpPr/>
          <p:nvPr/>
        </p:nvSpPr>
        <p:spPr>
          <a:xfrm>
            <a:off x="2083887" y="584363"/>
            <a:ext cx="80790" cy="8079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8" name="Shape 16"/>
          <p:cNvSpPr/>
          <p:nvPr/>
        </p:nvSpPr>
        <p:spPr>
          <a:xfrm rot="3660000">
            <a:off x="6679224" y="545166"/>
            <a:ext cx="94653" cy="94653"/>
          </a:xfrm>
          <a:prstGeom prst="rect">
            <a:avLst/>
          </a:prstGeom>
          <a:solidFill>
            <a:srgbClr val="E0A95C"/>
          </a:solidFill>
          <a:ln/>
        </p:spPr>
      </p:sp>
      <p:sp>
        <p:nvSpPr>
          <p:cNvPr id="19" name="Shape 17"/>
          <p:cNvSpPr/>
          <p:nvPr/>
        </p:nvSpPr>
        <p:spPr>
          <a:xfrm rot="3840000">
            <a:off x="8321689" y="856899"/>
            <a:ext cx="132768" cy="35203"/>
          </a:xfrm>
          <a:prstGeom prst="rect">
            <a:avLst/>
          </a:prstGeom>
          <a:solidFill>
            <a:srgbClr val="E0A95C"/>
          </a:solidFill>
          <a:ln/>
        </p:spPr>
      </p:sp>
      <p:sp>
        <p:nvSpPr>
          <p:cNvPr id="20" name="Shape 18"/>
          <p:cNvSpPr/>
          <p:nvPr/>
        </p:nvSpPr>
        <p:spPr>
          <a:xfrm rot="5040000">
            <a:off x="3971037" y="514358"/>
            <a:ext cx="171876" cy="3980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1" name="Shape 19"/>
          <p:cNvSpPr/>
          <p:nvPr/>
        </p:nvSpPr>
        <p:spPr>
          <a:xfrm>
            <a:off x="8162617" y="901630"/>
            <a:ext cx="68528" cy="68528"/>
          </a:xfrm>
          <a:prstGeom prst="ellipse">
            <a:avLst/>
          </a:prstGeom>
          <a:solidFill>
            <a:srgbClr val="D98A78"/>
          </a:solidFill>
          <a:ln/>
        </p:spPr>
      </p:sp>
      <p:sp>
        <p:nvSpPr>
          <p:cNvPr id="22" name="Shape 20"/>
          <p:cNvSpPr/>
          <p:nvPr/>
        </p:nvSpPr>
        <p:spPr>
          <a:xfrm>
            <a:off x="1665454" y="578488"/>
            <a:ext cx="57906" cy="57906"/>
          </a:xfrm>
          <a:prstGeom prst="ellipse">
            <a:avLst/>
          </a:prstGeom>
          <a:solidFill>
            <a:srgbClr val="E0A95C"/>
          </a:solidFill>
          <a:ln/>
        </p:spPr>
      </p:sp>
      <p:sp>
        <p:nvSpPr>
          <p:cNvPr id="23" name="Shape 21"/>
          <p:cNvSpPr/>
          <p:nvPr/>
        </p:nvSpPr>
        <p:spPr>
          <a:xfrm rot="8880000">
            <a:off x="5635847" y="693845"/>
            <a:ext cx="237541" cy="42023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4" name="Shape 22"/>
          <p:cNvSpPr/>
          <p:nvPr/>
        </p:nvSpPr>
        <p:spPr>
          <a:xfrm rot="4800000">
            <a:off x="5821208" y="1024425"/>
            <a:ext cx="96416" cy="9641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5" name="Shape 23"/>
          <p:cNvSpPr/>
          <p:nvPr/>
        </p:nvSpPr>
        <p:spPr>
          <a:xfrm>
            <a:off x="8277502" y="977982"/>
            <a:ext cx="143927" cy="143927"/>
          </a:xfrm>
          <a:prstGeom prst="ellipse">
            <a:avLst/>
          </a:prstGeom>
          <a:ln w="13970">
            <a:solidFill>
              <a:srgbClr val="FBF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3900000">
            <a:off x="4962815" y="966961"/>
            <a:ext cx="75862" cy="7586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7" name="Shape 25"/>
          <p:cNvSpPr/>
          <p:nvPr/>
        </p:nvSpPr>
        <p:spPr>
          <a:xfrm rot="2280000">
            <a:off x="1402819" y="3262959"/>
            <a:ext cx="107553" cy="107553"/>
          </a:xfrm>
          <a:prstGeom prst="rect">
            <a:avLst/>
          </a:prstGeom>
          <a:solidFill>
            <a:srgbClr val="E0A95C"/>
          </a:solidFill>
          <a:ln/>
        </p:spPr>
      </p:sp>
      <p:sp>
        <p:nvSpPr>
          <p:cNvPr id="28" name="Shape 26"/>
          <p:cNvSpPr/>
          <p:nvPr/>
        </p:nvSpPr>
        <p:spPr>
          <a:xfrm>
            <a:off x="1547162" y="3210534"/>
            <a:ext cx="60879" cy="60879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29" name="Shape 27"/>
          <p:cNvSpPr/>
          <p:nvPr/>
        </p:nvSpPr>
        <p:spPr>
          <a:xfrm rot="6660000">
            <a:off x="563120" y="989241"/>
            <a:ext cx="202977" cy="32267"/>
          </a:xfrm>
          <a:prstGeom prst="rect">
            <a:avLst/>
          </a:prstGeom>
          <a:solidFill>
            <a:srgbClr val="E0A95C"/>
          </a:solidFill>
          <a:ln/>
        </p:spPr>
      </p:sp>
      <p:sp>
        <p:nvSpPr>
          <p:cNvPr id="30" name="Shape 28"/>
          <p:cNvSpPr/>
          <p:nvPr/>
        </p:nvSpPr>
        <p:spPr>
          <a:xfrm>
            <a:off x="1473395" y="3143057"/>
            <a:ext cx="108850" cy="108850"/>
          </a:xfrm>
          <a:prstGeom prst="ellipse">
            <a:avLst/>
          </a:prstGeom>
          <a:solidFill>
            <a:srgbClr val="E0A95C"/>
          </a:solidFill>
          <a:ln/>
        </p:spPr>
      </p:sp>
      <p:sp>
        <p:nvSpPr>
          <p:cNvPr id="31" name="Shape 29"/>
          <p:cNvSpPr/>
          <p:nvPr/>
        </p:nvSpPr>
        <p:spPr>
          <a:xfrm rot="5460000">
            <a:off x="1559007" y="3416856"/>
            <a:ext cx="144547" cy="50186"/>
          </a:xfrm>
          <a:prstGeom prst="rect">
            <a:avLst/>
          </a:prstGeom>
          <a:solidFill>
            <a:srgbClr val="D98A78"/>
          </a:solidFill>
          <a:ln/>
        </p:spPr>
      </p:sp>
      <p:sp>
        <p:nvSpPr>
          <p:cNvPr id="32" name="Shape 30"/>
          <p:cNvSpPr/>
          <p:nvPr/>
        </p:nvSpPr>
        <p:spPr>
          <a:xfrm>
            <a:off x="1429859" y="1414576"/>
            <a:ext cx="97793" cy="97793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33" name="Shape 31"/>
          <p:cNvSpPr/>
          <p:nvPr/>
        </p:nvSpPr>
        <p:spPr>
          <a:xfrm>
            <a:off x="1887929" y="3202344"/>
            <a:ext cx="117724" cy="117724"/>
          </a:xfrm>
          <a:prstGeom prst="ellipse">
            <a:avLst/>
          </a:prstGeom>
          <a:ln w="13970">
            <a:solidFill>
              <a:srgbClr val="D98A7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693445" y="3884665"/>
            <a:ext cx="83101" cy="83101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35" name="Shape 33"/>
          <p:cNvSpPr/>
          <p:nvPr/>
        </p:nvSpPr>
        <p:spPr>
          <a:xfrm rot="2820000">
            <a:off x="1785511" y="3569201"/>
            <a:ext cx="85441" cy="85441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6" name="Shape 34"/>
          <p:cNvSpPr/>
          <p:nvPr/>
        </p:nvSpPr>
        <p:spPr>
          <a:xfrm>
            <a:off x="7321006" y="1693606"/>
            <a:ext cx="65799" cy="65799"/>
          </a:xfrm>
          <a:prstGeom prst="rect">
            <a:avLst/>
          </a:prstGeom>
          <a:solidFill>
            <a:srgbClr val="FBF6EA"/>
          </a:solidFill>
          <a:ln/>
        </p:spPr>
      </p:sp>
      <p:sp>
        <p:nvSpPr>
          <p:cNvPr id="37" name="Shape 35"/>
          <p:cNvSpPr/>
          <p:nvPr/>
        </p:nvSpPr>
        <p:spPr>
          <a:xfrm>
            <a:off x="7310043" y="989343"/>
            <a:ext cx="145047" cy="145047"/>
          </a:xfrm>
          <a:prstGeom prst="ellipse">
            <a:avLst/>
          </a:prstGeom>
          <a:ln w="13970">
            <a:solidFill>
              <a:srgbClr val="C9A24B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980000">
            <a:off x="7134335" y="1456773"/>
            <a:ext cx="101739" cy="101739"/>
          </a:xfrm>
          <a:prstGeom prst="rect">
            <a:avLst/>
          </a:prstGeom>
          <a:solidFill>
            <a:srgbClr val="FBF6EA"/>
          </a:solidFill>
          <a:ln/>
        </p:spPr>
      </p:sp>
      <p:sp>
        <p:nvSpPr>
          <p:cNvPr id="39" name="Shape 37"/>
          <p:cNvSpPr/>
          <p:nvPr/>
        </p:nvSpPr>
        <p:spPr>
          <a:xfrm rot="4440000">
            <a:off x="7600517" y="3375223"/>
            <a:ext cx="191017" cy="46604"/>
          </a:xfrm>
          <a:prstGeom prst="rect">
            <a:avLst/>
          </a:prstGeom>
          <a:solidFill>
            <a:srgbClr val="D98A78"/>
          </a:solidFill>
          <a:ln/>
        </p:spPr>
      </p:sp>
      <p:sp>
        <p:nvSpPr>
          <p:cNvPr id="40" name="Shape 38"/>
          <p:cNvSpPr/>
          <p:nvPr/>
        </p:nvSpPr>
        <p:spPr>
          <a:xfrm rot="8880000">
            <a:off x="7915487" y="1824225"/>
            <a:ext cx="137527" cy="36616"/>
          </a:xfrm>
          <a:prstGeom prst="rect">
            <a:avLst/>
          </a:prstGeom>
          <a:solidFill>
            <a:srgbClr val="FBF6EA"/>
          </a:solidFill>
          <a:ln/>
        </p:spPr>
      </p:sp>
      <p:sp>
        <p:nvSpPr>
          <p:cNvPr id="41" name="Shape 39"/>
          <p:cNvSpPr/>
          <p:nvPr/>
        </p:nvSpPr>
        <p:spPr>
          <a:xfrm>
            <a:off x="8327017" y="3322820"/>
            <a:ext cx="104628" cy="104628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42" name="Shape 40"/>
          <p:cNvSpPr/>
          <p:nvPr/>
        </p:nvSpPr>
        <p:spPr>
          <a:xfrm rot="5940000">
            <a:off x="7431571" y="2038010"/>
            <a:ext cx="176045" cy="49827"/>
          </a:xfrm>
          <a:prstGeom prst="rect">
            <a:avLst/>
          </a:prstGeom>
          <a:solidFill>
            <a:srgbClr val="FBF6EA"/>
          </a:solidFill>
          <a:ln/>
        </p:spPr>
      </p:sp>
      <p:sp>
        <p:nvSpPr>
          <p:cNvPr id="43" name="Shape 41"/>
          <p:cNvSpPr/>
          <p:nvPr/>
        </p:nvSpPr>
        <p:spPr>
          <a:xfrm>
            <a:off x="7719122" y="1966968"/>
            <a:ext cx="102315" cy="102315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44" name="Shape 42"/>
          <p:cNvSpPr/>
          <p:nvPr/>
        </p:nvSpPr>
        <p:spPr>
          <a:xfrm rot="3720000">
            <a:off x="7930445" y="3979959"/>
            <a:ext cx="82823" cy="82823"/>
          </a:xfrm>
          <a:prstGeom prst="rect">
            <a:avLst/>
          </a:prstGeom>
          <a:solidFill>
            <a:srgbClr val="E0A95C"/>
          </a:solidFill>
          <a:ln/>
        </p:spPr>
      </p:sp>
      <p:sp>
        <p:nvSpPr>
          <p:cNvPr id="45" name="Shape 43"/>
          <p:cNvSpPr/>
          <p:nvPr/>
        </p:nvSpPr>
        <p:spPr>
          <a:xfrm>
            <a:off x="2727483" y="4381262"/>
            <a:ext cx="90097" cy="90097"/>
          </a:xfrm>
          <a:prstGeom prst="ellipse">
            <a:avLst/>
          </a:prstGeom>
          <a:solidFill>
            <a:srgbClr val="D98A78"/>
          </a:solidFill>
          <a:ln/>
        </p:spPr>
      </p:sp>
      <p:sp>
        <p:nvSpPr>
          <p:cNvPr id="46" name="Shape 44"/>
          <p:cNvSpPr/>
          <p:nvPr/>
        </p:nvSpPr>
        <p:spPr>
          <a:xfrm>
            <a:off x="1887655" y="4414743"/>
            <a:ext cx="64627" cy="64627"/>
          </a:xfrm>
          <a:prstGeom prst="ellipse">
            <a:avLst/>
          </a:prstGeom>
          <a:solidFill>
            <a:srgbClr val="E0A95C"/>
          </a:solidFill>
          <a:ln/>
        </p:spPr>
      </p:sp>
      <p:sp>
        <p:nvSpPr>
          <p:cNvPr id="47" name="Shape 45"/>
          <p:cNvSpPr/>
          <p:nvPr/>
        </p:nvSpPr>
        <p:spPr>
          <a:xfrm>
            <a:off x="1420873" y="4456553"/>
            <a:ext cx="96372" cy="96372"/>
          </a:xfrm>
          <a:prstGeom prst="ellipse">
            <a:avLst/>
          </a:prstGeom>
          <a:ln w="13970">
            <a:solidFill>
              <a:srgbClr val="D98A78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683762" y="4107294"/>
            <a:ext cx="130517" cy="130517"/>
          </a:xfrm>
          <a:prstGeom prst="ellipse">
            <a:avLst/>
          </a:prstGeom>
          <a:ln w="13970">
            <a:solidFill>
              <a:srgbClr val="D98A78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568484" y="4614883"/>
            <a:ext cx="93824" cy="93824"/>
          </a:xfrm>
          <a:prstGeom prst="ellipse">
            <a:avLst/>
          </a:prstGeom>
          <a:ln w="13970">
            <a:solidFill>
              <a:srgbClr val="E7CD83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6660000">
            <a:off x="2117140" y="4290802"/>
            <a:ext cx="202160" cy="45272"/>
          </a:xfrm>
          <a:prstGeom prst="rect">
            <a:avLst/>
          </a:prstGeom>
          <a:solidFill>
            <a:srgbClr val="D98A78"/>
          </a:solidFill>
          <a:ln/>
        </p:spPr>
      </p:sp>
      <p:sp>
        <p:nvSpPr>
          <p:cNvPr id="51" name="Shape 49"/>
          <p:cNvSpPr/>
          <p:nvPr/>
        </p:nvSpPr>
        <p:spPr>
          <a:xfrm rot="3900000">
            <a:off x="7233019" y="4223237"/>
            <a:ext cx="63814" cy="63814"/>
          </a:xfrm>
          <a:prstGeom prst="rect">
            <a:avLst/>
          </a:prstGeom>
          <a:solidFill>
            <a:srgbClr val="E0A95C"/>
          </a:solidFill>
          <a:ln/>
        </p:spPr>
      </p:sp>
      <p:sp>
        <p:nvSpPr>
          <p:cNvPr id="52" name="Shape 50"/>
          <p:cNvSpPr/>
          <p:nvPr/>
        </p:nvSpPr>
        <p:spPr>
          <a:xfrm>
            <a:off x="7030477" y="4386296"/>
            <a:ext cx="142868" cy="142868"/>
          </a:xfrm>
          <a:prstGeom prst="ellipse">
            <a:avLst/>
          </a:prstGeom>
          <a:ln w="13970">
            <a:solidFill>
              <a:srgbClr val="FBF6E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4860000">
            <a:off x="6547655" y="4126767"/>
            <a:ext cx="80004" cy="80004"/>
          </a:xfrm>
          <a:prstGeom prst="rect">
            <a:avLst/>
          </a:prstGeom>
          <a:solidFill>
            <a:srgbClr val="E7CD83"/>
          </a:solidFill>
          <a:ln/>
        </p:spPr>
      </p:sp>
      <p:sp>
        <p:nvSpPr>
          <p:cNvPr id="54" name="Shape 52"/>
          <p:cNvSpPr/>
          <p:nvPr/>
        </p:nvSpPr>
        <p:spPr>
          <a:xfrm>
            <a:off x="7641962" y="4369616"/>
            <a:ext cx="77284" cy="77284"/>
          </a:xfrm>
          <a:prstGeom prst="ellipse">
            <a:avLst/>
          </a:prstGeom>
          <a:solidFill>
            <a:srgbClr val="E0A95C"/>
          </a:solidFill>
          <a:ln/>
        </p:spPr>
      </p:sp>
      <p:sp>
        <p:nvSpPr>
          <p:cNvPr id="55" name="Shape 53"/>
          <p:cNvSpPr/>
          <p:nvPr/>
        </p:nvSpPr>
        <p:spPr>
          <a:xfrm>
            <a:off x="7748711" y="4452284"/>
            <a:ext cx="103940" cy="103940"/>
          </a:xfrm>
          <a:prstGeom prst="ellipse">
            <a:avLst/>
          </a:prstGeom>
          <a:solidFill>
            <a:srgbClr val="D98A78"/>
          </a:solidFill>
          <a:ln/>
        </p:spPr>
      </p:sp>
      <p:sp>
        <p:nvSpPr>
          <p:cNvPr id="56" name="Shape 54"/>
          <p:cNvSpPr/>
          <p:nvPr/>
        </p:nvSpPr>
        <p:spPr>
          <a:xfrm>
            <a:off x="7816613" y="4546882"/>
            <a:ext cx="93894" cy="9389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57" name="Shape 55"/>
          <p:cNvSpPr/>
          <p:nvPr/>
        </p:nvSpPr>
        <p:spPr>
          <a:xfrm rot="-5400000">
            <a:off x="665683" y="591617"/>
            <a:ext cx="351130" cy="202997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58" name="Shape 56"/>
          <p:cNvSpPr/>
          <p:nvPr/>
        </p:nvSpPr>
        <p:spPr>
          <a:xfrm rot="-1080000">
            <a:off x="832655" y="712929"/>
            <a:ext cx="351130" cy="202997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59" name="Shape 57"/>
          <p:cNvSpPr/>
          <p:nvPr/>
        </p:nvSpPr>
        <p:spPr>
          <a:xfrm rot="3240000">
            <a:off x="768878" y="909217"/>
            <a:ext cx="351130" cy="202997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60" name="Shape 58"/>
          <p:cNvSpPr/>
          <p:nvPr/>
        </p:nvSpPr>
        <p:spPr>
          <a:xfrm rot="7560000">
            <a:off x="562489" y="909217"/>
            <a:ext cx="351130" cy="202997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61" name="Shape 59"/>
          <p:cNvSpPr/>
          <p:nvPr/>
        </p:nvSpPr>
        <p:spPr>
          <a:xfrm rot="11880000">
            <a:off x="498711" y="712929"/>
            <a:ext cx="351130" cy="202997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62" name="Shape 60"/>
          <p:cNvSpPr/>
          <p:nvPr/>
        </p:nvSpPr>
        <p:spPr>
          <a:xfrm>
            <a:off x="742493" y="769925"/>
            <a:ext cx="197510" cy="197510"/>
          </a:xfrm>
          <a:prstGeom prst="ellipse">
            <a:avLst/>
          </a:prstGeom>
          <a:solidFill>
            <a:srgbClr val="D98A78"/>
          </a:solidFill>
          <a:ln/>
        </p:spPr>
      </p:sp>
      <p:sp>
        <p:nvSpPr>
          <p:cNvPr id="63" name="Shape 61"/>
          <p:cNvSpPr/>
          <p:nvPr/>
        </p:nvSpPr>
        <p:spPr>
          <a:xfrm rot="-5400000">
            <a:off x="8127187" y="591617"/>
            <a:ext cx="351130" cy="202997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64" name="Shape 62"/>
          <p:cNvSpPr/>
          <p:nvPr/>
        </p:nvSpPr>
        <p:spPr>
          <a:xfrm rot="-1080000">
            <a:off x="8294159" y="712929"/>
            <a:ext cx="351130" cy="202997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65" name="Shape 63"/>
          <p:cNvSpPr/>
          <p:nvPr/>
        </p:nvSpPr>
        <p:spPr>
          <a:xfrm rot="3240000">
            <a:off x="8230382" y="909217"/>
            <a:ext cx="351130" cy="202997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66" name="Shape 64"/>
          <p:cNvSpPr/>
          <p:nvPr/>
        </p:nvSpPr>
        <p:spPr>
          <a:xfrm rot="7560000">
            <a:off x="8023993" y="909217"/>
            <a:ext cx="351130" cy="202997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67" name="Shape 65"/>
          <p:cNvSpPr/>
          <p:nvPr/>
        </p:nvSpPr>
        <p:spPr>
          <a:xfrm rot="11880000">
            <a:off x="7960215" y="712929"/>
            <a:ext cx="351130" cy="202997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68" name="Shape 66"/>
          <p:cNvSpPr/>
          <p:nvPr/>
        </p:nvSpPr>
        <p:spPr>
          <a:xfrm>
            <a:off x="8203997" y="769925"/>
            <a:ext cx="197510" cy="197510"/>
          </a:xfrm>
          <a:prstGeom prst="ellipse">
            <a:avLst/>
          </a:prstGeom>
          <a:solidFill>
            <a:srgbClr val="E0A95C"/>
          </a:solidFill>
          <a:ln/>
        </p:spPr>
      </p:sp>
      <p:sp>
        <p:nvSpPr>
          <p:cNvPr id="69" name="Shape 67"/>
          <p:cNvSpPr/>
          <p:nvPr/>
        </p:nvSpPr>
        <p:spPr>
          <a:xfrm rot="-5400000">
            <a:off x="677388" y="3965936"/>
            <a:ext cx="327721" cy="1894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0" name="Shape 68"/>
          <p:cNvSpPr/>
          <p:nvPr/>
        </p:nvSpPr>
        <p:spPr>
          <a:xfrm rot="-1080000">
            <a:off x="833228" y="4079160"/>
            <a:ext cx="327721" cy="1894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1" name="Shape 69"/>
          <p:cNvSpPr/>
          <p:nvPr/>
        </p:nvSpPr>
        <p:spPr>
          <a:xfrm rot="3240000">
            <a:off x="773702" y="4262362"/>
            <a:ext cx="327721" cy="1894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2" name="Shape 70"/>
          <p:cNvSpPr/>
          <p:nvPr/>
        </p:nvSpPr>
        <p:spPr>
          <a:xfrm rot="7560000">
            <a:off x="581073" y="4262362"/>
            <a:ext cx="327721" cy="1894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3" name="Shape 71"/>
          <p:cNvSpPr/>
          <p:nvPr/>
        </p:nvSpPr>
        <p:spPr>
          <a:xfrm rot="11880000">
            <a:off x="521547" y="4079160"/>
            <a:ext cx="327721" cy="1894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4" name="Shape 72"/>
          <p:cNvSpPr/>
          <p:nvPr/>
        </p:nvSpPr>
        <p:spPr>
          <a:xfrm>
            <a:off x="749076" y="4132356"/>
            <a:ext cx="184343" cy="184343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75" name="Shape 73"/>
          <p:cNvSpPr/>
          <p:nvPr/>
        </p:nvSpPr>
        <p:spPr>
          <a:xfrm rot="-5400000">
            <a:off x="8138892" y="3965936"/>
            <a:ext cx="327721" cy="1894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6" name="Shape 74"/>
          <p:cNvSpPr/>
          <p:nvPr/>
        </p:nvSpPr>
        <p:spPr>
          <a:xfrm rot="-1080000">
            <a:off x="8294732" y="4079160"/>
            <a:ext cx="327721" cy="1894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7" name="Shape 75"/>
          <p:cNvSpPr/>
          <p:nvPr/>
        </p:nvSpPr>
        <p:spPr>
          <a:xfrm rot="3240000">
            <a:off x="8235206" y="4262362"/>
            <a:ext cx="327721" cy="1894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8" name="Shape 76"/>
          <p:cNvSpPr/>
          <p:nvPr/>
        </p:nvSpPr>
        <p:spPr>
          <a:xfrm rot="7560000">
            <a:off x="8042577" y="4262362"/>
            <a:ext cx="327721" cy="1894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79" name="Shape 77"/>
          <p:cNvSpPr/>
          <p:nvPr/>
        </p:nvSpPr>
        <p:spPr>
          <a:xfrm rot="11880000">
            <a:off x="7983051" y="4079160"/>
            <a:ext cx="327721" cy="18946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0" name="Shape 78"/>
          <p:cNvSpPr/>
          <p:nvPr/>
        </p:nvSpPr>
        <p:spPr>
          <a:xfrm>
            <a:off x="8210580" y="4132356"/>
            <a:ext cx="184343" cy="184343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81" name="Shape 79"/>
          <p:cNvSpPr/>
          <p:nvPr/>
        </p:nvSpPr>
        <p:spPr>
          <a:xfrm rot="5400000">
            <a:off x="4261104" y="630936"/>
            <a:ext cx="310896" cy="310896"/>
          </a:xfrm>
          <a:prstGeom prst="triangle">
            <a:avLst/>
          </a:prstGeom>
          <a:solidFill>
            <a:srgbClr val="C9A24B"/>
          </a:solidFill>
          <a:ln/>
        </p:spPr>
      </p:sp>
      <p:sp>
        <p:nvSpPr>
          <p:cNvPr id="82" name="Shape 80"/>
          <p:cNvSpPr/>
          <p:nvPr/>
        </p:nvSpPr>
        <p:spPr>
          <a:xfrm rot="16200000">
            <a:off x="4572000" y="630936"/>
            <a:ext cx="310896" cy="310896"/>
          </a:xfrm>
          <a:prstGeom prst="triangle">
            <a:avLst/>
          </a:prstGeom>
          <a:solidFill>
            <a:srgbClr val="C9A24B"/>
          </a:solidFill>
          <a:ln/>
        </p:spPr>
      </p:sp>
      <p:sp>
        <p:nvSpPr>
          <p:cNvPr id="83" name="Shape 81"/>
          <p:cNvSpPr/>
          <p:nvPr/>
        </p:nvSpPr>
        <p:spPr>
          <a:xfrm rot="1320000">
            <a:off x="4550237" y="833018"/>
            <a:ext cx="43525" cy="21762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4" name="Shape 82"/>
          <p:cNvSpPr/>
          <p:nvPr/>
        </p:nvSpPr>
        <p:spPr>
          <a:xfrm rot="-1320000">
            <a:off x="4550237" y="833018"/>
            <a:ext cx="43525" cy="21762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85" name="Shape 83"/>
          <p:cNvSpPr/>
          <p:nvPr/>
        </p:nvSpPr>
        <p:spPr>
          <a:xfrm>
            <a:off x="4522257" y="724205"/>
            <a:ext cx="99487" cy="124358"/>
          </a:xfrm>
          <a:prstGeom prst="ellipse">
            <a:avLst/>
          </a:prstGeom>
          <a:solidFill>
            <a:srgbClr val="A07E2C"/>
          </a:solidFill>
          <a:ln/>
        </p:spPr>
      </p:sp>
      <p:sp>
        <p:nvSpPr>
          <p:cNvPr id="86" name="Text 84"/>
          <p:cNvSpPr/>
          <p:nvPr/>
        </p:nvSpPr>
        <p:spPr>
          <a:xfrm>
            <a:off x="457200" y="1024128"/>
            <a:ext cx="8229600" cy="96012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6160E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b="1" i="1" spc="100" kern="0" dirty="0">
                <a:solidFill>
                  <a:srgbClr val="E7CD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Happy Birthday</a:t>
            </a:r>
            <a:endParaRPr lang="en-US" sz="5800" dirty="0"/>
          </a:p>
        </p:txBody>
      </p:sp>
      <p:sp>
        <p:nvSpPr>
          <p:cNvPr id="87" name="Shape 85"/>
          <p:cNvSpPr/>
          <p:nvPr/>
        </p:nvSpPr>
        <p:spPr>
          <a:xfrm>
            <a:off x="3200400" y="2212848"/>
            <a:ext cx="1252728" cy="0"/>
          </a:xfrm>
          <a:prstGeom prst="line">
            <a:avLst/>
          </a:prstGeom>
          <a:noFill/>
          <a:ln w="13970">
            <a:solidFill>
              <a:srgbClr val="C9A24B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4690872" y="2212848"/>
            <a:ext cx="1252728" cy="0"/>
          </a:xfrm>
          <a:prstGeom prst="line">
            <a:avLst/>
          </a:prstGeom>
          <a:noFill/>
          <a:ln w="13970">
            <a:solidFill>
              <a:srgbClr val="C9A24B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2700000">
            <a:off x="4517136" y="2157984"/>
            <a:ext cx="109728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90" name="Shape 88"/>
          <p:cNvSpPr/>
          <p:nvPr/>
        </p:nvSpPr>
        <p:spPr>
          <a:xfrm>
            <a:off x="3154680" y="2189988"/>
            <a:ext cx="45720" cy="457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1" name="Shape 89"/>
          <p:cNvSpPr/>
          <p:nvPr/>
        </p:nvSpPr>
        <p:spPr>
          <a:xfrm>
            <a:off x="5943600" y="2189988"/>
            <a:ext cx="45720" cy="457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92" name="Text 90"/>
          <p:cNvSpPr/>
          <p:nvPr/>
        </p:nvSpPr>
        <p:spPr>
          <a:xfrm>
            <a:off x="457200" y="2359152"/>
            <a:ext cx="8229600" cy="64008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6160E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spc="100" kern="0" dirty="0">
                <a:solidFill>
                  <a:srgbClr val="FBF6E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8月のお誕生日おめでとうございます</a:t>
            </a:r>
            <a:endParaRPr lang="en-US" sz="2700" dirty="0"/>
          </a:p>
        </p:txBody>
      </p:sp>
      <p:sp>
        <p:nvSpPr>
          <p:cNvPr id="93" name="Text 91"/>
          <p:cNvSpPr/>
          <p:nvPr/>
        </p:nvSpPr>
        <p:spPr>
          <a:xfrm>
            <a:off x="457200" y="331012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9A24B"/>
                </a:solidFill>
              </a:rPr>
              <a:t>❖</a:t>
            </a:r>
            <a:pPr algn="ctr" indent="0" marL="0">
              <a:buNone/>
            </a:pPr>
            <a:r>
              <a:rPr lang="en-US" sz="2100" spc="100" kern="0" dirty="0">
                <a:solidFill>
                  <a:srgbClr val="E7CD83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   第3742回　通常例会   </a:t>
            </a:r>
            <a:pPr algn="ctr" indent="0" marL="0">
              <a:buNone/>
            </a:pPr>
            <a:r>
              <a:rPr lang="en-US" sz="1400" dirty="0">
                <a:solidFill>
                  <a:srgbClr val="C9A24B"/>
                </a:solidFill>
              </a:rPr>
              <a:t>❖</a:t>
            </a:r>
            <a:endParaRPr lang="en-US" sz="1400" dirty="0"/>
          </a:p>
        </p:txBody>
      </p:sp>
      <p:sp>
        <p:nvSpPr>
          <p:cNvPr id="94" name="Text 92"/>
          <p:cNvSpPr/>
          <p:nvPr/>
        </p:nvSpPr>
        <p:spPr>
          <a:xfrm>
            <a:off x="457200" y="38221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BF6E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2026年8月22日（土）</a:t>
            </a:r>
            <a:endParaRPr lang="en-US" sz="155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550" dirty="0">
                <a:solidFill>
                  <a:srgbClr val="FBF6E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会場：グランディエール ブケトーカイ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34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21945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31089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31089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548640"/>
            <a:ext cx="6035040" cy="4023360"/>
          </a:xfrm>
          <a:prstGeom prst="ellipse">
            <a:avLst/>
          </a:prstGeom>
          <a:solidFill>
            <a:srgbClr val="2E6B4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72552" y="1029469"/>
            <a:ext cx="76233" cy="76233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8" name="Shape 6"/>
          <p:cNvSpPr/>
          <p:nvPr/>
        </p:nvSpPr>
        <p:spPr>
          <a:xfrm rot="960000">
            <a:off x="2297317" y="1571047"/>
            <a:ext cx="104555" cy="104555"/>
          </a:xfrm>
          <a:prstGeom prst="rect">
            <a:avLst/>
          </a:prstGeom>
          <a:solidFill>
            <a:srgbClr val="E7CD83"/>
          </a:solidFill>
          <a:ln/>
        </p:spPr>
      </p:sp>
      <p:sp>
        <p:nvSpPr>
          <p:cNvPr id="9" name="Shape 7"/>
          <p:cNvSpPr/>
          <p:nvPr/>
        </p:nvSpPr>
        <p:spPr>
          <a:xfrm>
            <a:off x="1187310" y="1242262"/>
            <a:ext cx="104355" cy="104355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10" name="Shape 8"/>
          <p:cNvSpPr/>
          <p:nvPr/>
        </p:nvSpPr>
        <p:spPr>
          <a:xfrm>
            <a:off x="918146" y="1166831"/>
            <a:ext cx="76999" cy="76999"/>
          </a:xfrm>
          <a:prstGeom prst="ellipse">
            <a:avLst/>
          </a:prstGeom>
          <a:solidFill>
            <a:srgbClr val="D98A78"/>
          </a:solidFill>
          <a:ln/>
        </p:spPr>
      </p:sp>
      <p:sp>
        <p:nvSpPr>
          <p:cNvPr id="11" name="Shape 9"/>
          <p:cNvSpPr/>
          <p:nvPr/>
        </p:nvSpPr>
        <p:spPr>
          <a:xfrm>
            <a:off x="967593" y="1160870"/>
            <a:ext cx="88529" cy="88529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12" name="Shape 10"/>
          <p:cNvSpPr/>
          <p:nvPr/>
        </p:nvSpPr>
        <p:spPr>
          <a:xfrm rot="1740000">
            <a:off x="2121379" y="1607223"/>
            <a:ext cx="66610" cy="66610"/>
          </a:xfrm>
          <a:prstGeom prst="rect">
            <a:avLst/>
          </a:prstGeom>
          <a:solidFill>
            <a:srgbClr val="FBF6EA"/>
          </a:solidFill>
          <a:ln/>
        </p:spPr>
      </p:sp>
      <p:sp>
        <p:nvSpPr>
          <p:cNvPr id="13" name="Shape 11"/>
          <p:cNvSpPr/>
          <p:nvPr/>
        </p:nvSpPr>
        <p:spPr>
          <a:xfrm rot="4980000">
            <a:off x="1270843" y="855956"/>
            <a:ext cx="79739" cy="79739"/>
          </a:xfrm>
          <a:prstGeom prst="rect">
            <a:avLst/>
          </a:prstGeom>
          <a:solidFill>
            <a:srgbClr val="FBF6EA"/>
          </a:solidFill>
          <a:ln/>
        </p:spPr>
      </p:sp>
      <p:sp>
        <p:nvSpPr>
          <p:cNvPr id="14" name="Shape 12"/>
          <p:cNvSpPr/>
          <p:nvPr/>
        </p:nvSpPr>
        <p:spPr>
          <a:xfrm>
            <a:off x="1673564" y="1421606"/>
            <a:ext cx="140558" cy="140558"/>
          </a:xfrm>
          <a:prstGeom prst="ellipse">
            <a:avLst/>
          </a:prstGeom>
          <a:ln w="13970">
            <a:solidFill>
              <a:srgbClr val="E7CD8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">
            <a:off x="8228305" y="1277074"/>
            <a:ext cx="58681" cy="58681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6" name="Shape 14"/>
          <p:cNvSpPr/>
          <p:nvPr/>
        </p:nvSpPr>
        <p:spPr>
          <a:xfrm>
            <a:off x="8086236" y="959103"/>
            <a:ext cx="59449" cy="59449"/>
          </a:xfrm>
          <a:prstGeom prst="ellipse">
            <a:avLst/>
          </a:prstGeom>
          <a:solidFill>
            <a:srgbClr val="D98A78"/>
          </a:solidFill>
          <a:ln/>
        </p:spPr>
      </p:sp>
      <p:sp>
        <p:nvSpPr>
          <p:cNvPr id="17" name="Shape 15"/>
          <p:cNvSpPr/>
          <p:nvPr/>
        </p:nvSpPr>
        <p:spPr>
          <a:xfrm>
            <a:off x="7954701" y="1534922"/>
            <a:ext cx="53490" cy="5349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8" name="Shape 16"/>
          <p:cNvSpPr/>
          <p:nvPr/>
        </p:nvSpPr>
        <p:spPr>
          <a:xfrm>
            <a:off x="7053093" y="1227830"/>
            <a:ext cx="107854" cy="107854"/>
          </a:xfrm>
          <a:prstGeom prst="ellipse">
            <a:avLst/>
          </a:prstGeom>
          <a:solidFill>
            <a:srgbClr val="D98A78"/>
          </a:solidFill>
          <a:ln/>
        </p:spPr>
      </p:sp>
      <p:sp>
        <p:nvSpPr>
          <p:cNvPr id="19" name="Shape 17"/>
          <p:cNvSpPr/>
          <p:nvPr/>
        </p:nvSpPr>
        <p:spPr>
          <a:xfrm>
            <a:off x="7060623" y="1610874"/>
            <a:ext cx="61420" cy="61420"/>
          </a:xfrm>
          <a:prstGeom prst="ellipse">
            <a:avLst/>
          </a:prstGeom>
          <a:solidFill>
            <a:srgbClr val="D98A78"/>
          </a:solidFill>
          <a:ln/>
        </p:spPr>
      </p:sp>
      <p:sp>
        <p:nvSpPr>
          <p:cNvPr id="20" name="Shape 18"/>
          <p:cNvSpPr/>
          <p:nvPr/>
        </p:nvSpPr>
        <p:spPr>
          <a:xfrm rot="3360000">
            <a:off x="6649229" y="567831"/>
            <a:ext cx="213830" cy="39517"/>
          </a:xfrm>
          <a:prstGeom prst="rect">
            <a:avLst/>
          </a:prstGeom>
          <a:solidFill>
            <a:srgbClr val="D98A78"/>
          </a:solidFill>
          <a:ln/>
        </p:spPr>
      </p:sp>
      <p:sp>
        <p:nvSpPr>
          <p:cNvPr id="21" name="Shape 19"/>
          <p:cNvSpPr/>
          <p:nvPr/>
        </p:nvSpPr>
        <p:spPr>
          <a:xfrm>
            <a:off x="7080700" y="1058620"/>
            <a:ext cx="69979" cy="69979"/>
          </a:xfrm>
          <a:prstGeom prst="ellipse">
            <a:avLst/>
          </a:prstGeom>
          <a:solidFill>
            <a:srgbClr val="D98A78"/>
          </a:solidFill>
          <a:ln/>
        </p:spPr>
      </p:sp>
      <p:sp>
        <p:nvSpPr>
          <p:cNvPr id="22" name="Shape 20"/>
          <p:cNvSpPr/>
          <p:nvPr/>
        </p:nvSpPr>
        <p:spPr>
          <a:xfrm>
            <a:off x="6954974" y="1171332"/>
            <a:ext cx="81374" cy="8137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23" name="Shape 21"/>
          <p:cNvSpPr/>
          <p:nvPr/>
        </p:nvSpPr>
        <p:spPr>
          <a:xfrm rot="7500000">
            <a:off x="2332156" y="3810948"/>
            <a:ext cx="168010" cy="35606"/>
          </a:xfrm>
          <a:prstGeom prst="rect">
            <a:avLst/>
          </a:prstGeom>
          <a:solidFill>
            <a:srgbClr val="E7CD83"/>
          </a:solidFill>
          <a:ln/>
        </p:spPr>
      </p:sp>
      <p:sp>
        <p:nvSpPr>
          <p:cNvPr id="24" name="Shape 22"/>
          <p:cNvSpPr/>
          <p:nvPr/>
        </p:nvSpPr>
        <p:spPr>
          <a:xfrm rot="3660000">
            <a:off x="2182762" y="4069488"/>
            <a:ext cx="58024" cy="58024"/>
          </a:xfrm>
          <a:prstGeom prst="rect">
            <a:avLst/>
          </a:prstGeom>
          <a:solidFill>
            <a:srgbClr val="D98A78"/>
          </a:solidFill>
          <a:ln/>
        </p:spPr>
      </p:sp>
      <p:sp>
        <p:nvSpPr>
          <p:cNvPr id="25" name="Shape 23"/>
          <p:cNvSpPr/>
          <p:nvPr/>
        </p:nvSpPr>
        <p:spPr>
          <a:xfrm rot="5460000">
            <a:off x="509351" y="4191574"/>
            <a:ext cx="205008" cy="36877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6" name="Shape 24"/>
          <p:cNvSpPr/>
          <p:nvPr/>
        </p:nvSpPr>
        <p:spPr>
          <a:xfrm rot="3360000">
            <a:off x="2206643" y="3650317"/>
            <a:ext cx="84719" cy="84719"/>
          </a:xfrm>
          <a:prstGeom prst="rect">
            <a:avLst/>
          </a:prstGeom>
          <a:solidFill>
            <a:srgbClr val="FBF6EA"/>
          </a:solidFill>
          <a:ln/>
        </p:spPr>
      </p:sp>
      <p:sp>
        <p:nvSpPr>
          <p:cNvPr id="27" name="Shape 25"/>
          <p:cNvSpPr/>
          <p:nvPr/>
        </p:nvSpPr>
        <p:spPr>
          <a:xfrm>
            <a:off x="2334506" y="3402882"/>
            <a:ext cx="93165" cy="93165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28" name="Shape 26"/>
          <p:cNvSpPr/>
          <p:nvPr/>
        </p:nvSpPr>
        <p:spPr>
          <a:xfrm rot="2520000">
            <a:off x="1724597" y="4341776"/>
            <a:ext cx="108185" cy="108185"/>
          </a:xfrm>
          <a:prstGeom prst="rect">
            <a:avLst/>
          </a:prstGeom>
          <a:solidFill>
            <a:srgbClr val="FBF6EA"/>
          </a:solidFill>
          <a:ln/>
        </p:spPr>
      </p:sp>
      <p:sp>
        <p:nvSpPr>
          <p:cNvPr id="29" name="Shape 27"/>
          <p:cNvSpPr/>
          <p:nvPr/>
        </p:nvSpPr>
        <p:spPr>
          <a:xfrm>
            <a:off x="2218240" y="3870948"/>
            <a:ext cx="61226" cy="6122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9133" y="3468166"/>
            <a:ext cx="107340" cy="107340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31" name="Shape 29"/>
          <p:cNvSpPr/>
          <p:nvPr/>
        </p:nvSpPr>
        <p:spPr>
          <a:xfrm>
            <a:off x="7225173" y="4108164"/>
            <a:ext cx="66969" cy="66969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511" y="3643510"/>
            <a:ext cx="57577" cy="57577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33" name="Shape 31"/>
          <p:cNvSpPr/>
          <p:nvPr/>
        </p:nvSpPr>
        <p:spPr>
          <a:xfrm>
            <a:off x="8383279" y="4545851"/>
            <a:ext cx="105987" cy="105987"/>
          </a:xfrm>
          <a:prstGeom prst="ellipse">
            <a:avLst/>
          </a:prstGeom>
          <a:ln w="13970">
            <a:solidFill>
              <a:srgbClr val="FBF6EA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92400" y="3744674"/>
            <a:ext cx="64446" cy="64446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35" name="Shape 33"/>
          <p:cNvSpPr/>
          <p:nvPr/>
        </p:nvSpPr>
        <p:spPr>
          <a:xfrm>
            <a:off x="7973016" y="3954109"/>
            <a:ext cx="98114" cy="98114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36" name="Shape 34"/>
          <p:cNvSpPr/>
          <p:nvPr/>
        </p:nvSpPr>
        <p:spPr>
          <a:xfrm rot="4320000">
            <a:off x="8036912" y="3892327"/>
            <a:ext cx="104220" cy="104220"/>
          </a:xfrm>
          <a:prstGeom prst="rect">
            <a:avLst/>
          </a:prstGeom>
          <a:solidFill>
            <a:srgbClr val="D98A78"/>
          </a:solidFill>
          <a:ln/>
        </p:spPr>
      </p:sp>
      <p:sp>
        <p:nvSpPr>
          <p:cNvPr id="37" name="Shape 35"/>
          <p:cNvSpPr/>
          <p:nvPr/>
        </p:nvSpPr>
        <p:spPr>
          <a:xfrm rot="6240000">
            <a:off x="7166374" y="3803978"/>
            <a:ext cx="232847" cy="35945"/>
          </a:xfrm>
          <a:prstGeom prst="rect">
            <a:avLst/>
          </a:prstGeom>
          <a:solidFill>
            <a:srgbClr val="FBF6EA"/>
          </a:solidFill>
          <a:ln/>
        </p:spPr>
      </p:sp>
      <p:sp>
        <p:nvSpPr>
          <p:cNvPr id="38" name="Shape 36"/>
          <p:cNvSpPr/>
          <p:nvPr/>
        </p:nvSpPr>
        <p:spPr>
          <a:xfrm>
            <a:off x="8091613" y="4166148"/>
            <a:ext cx="92172" cy="92172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39" name="Shape 37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ln w="19050">
            <a:solidFill>
              <a:srgbClr val="C9A24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" y="420624"/>
            <a:ext cx="8302752" cy="4302252"/>
          </a:xfrm>
          <a:prstGeom prst="rect">
            <a:avLst/>
          </a:prstGeom>
          <a:ln w="9525">
            <a:solidFill>
              <a:srgbClr val="E7CD8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374904" y="374904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2" name="Shape 40"/>
          <p:cNvSpPr/>
          <p:nvPr/>
        </p:nvSpPr>
        <p:spPr>
          <a:xfrm rot="2700000">
            <a:off x="8677656" y="374904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3" name="Shape 41"/>
          <p:cNvSpPr/>
          <p:nvPr/>
        </p:nvSpPr>
        <p:spPr>
          <a:xfrm rot="2700000">
            <a:off x="374904" y="4677156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4" name="Shape 42"/>
          <p:cNvSpPr/>
          <p:nvPr/>
        </p:nvSpPr>
        <p:spPr>
          <a:xfrm rot="2700000">
            <a:off x="8677656" y="4677156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5" name="Shape 43"/>
          <p:cNvSpPr/>
          <p:nvPr/>
        </p:nvSpPr>
        <p:spPr>
          <a:xfrm>
            <a:off x="1078992" y="877824"/>
            <a:ext cx="6986016" cy="3419856"/>
          </a:xfrm>
          <a:prstGeom prst="rect">
            <a:avLst/>
          </a:prstGeom>
          <a:solidFill>
            <a:srgbClr val="FBF6EA"/>
          </a:solidFill>
          <a:ln w="19050">
            <a:solidFill>
              <a:srgbClr val="C9A24B"/>
            </a:solidFill>
            <a:prstDash val="solid"/>
          </a:ln>
          <a:effectLst>
            <a:outerShdw sx="100000" sy="100000" kx="0" ky="0" algn="bl" rotWithShape="0" blurRad="152400" dist="63500" dir="5400000">
              <a:srgbClr val="06160E">
                <a:alpha val="3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188720" y="987552"/>
            <a:ext cx="6766560" cy="3200400"/>
          </a:xfrm>
          <a:prstGeom prst="rect">
            <a:avLst/>
          </a:prstGeom>
          <a:ln w="9525">
            <a:solidFill>
              <a:srgbClr val="E7CD83"/>
            </a:solidFill>
            <a:prstDash val="solid"/>
          </a:ln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1097280"/>
            <a:ext cx="621792" cy="621792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078992" y="1755648"/>
            <a:ext cx="6986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spc="200" kern="0" dirty="0">
                <a:solidFill>
                  <a:srgbClr val="A07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Happy Birthday</a:t>
            </a:r>
            <a:endParaRPr lang="en-US" sz="1700" dirty="0"/>
          </a:p>
        </p:txBody>
      </p:sp>
      <p:sp>
        <p:nvSpPr>
          <p:cNvPr id="49" name="Text 46"/>
          <p:cNvSpPr/>
          <p:nvPr/>
        </p:nvSpPr>
        <p:spPr>
          <a:xfrm>
            <a:off x="1078992" y="2066544"/>
            <a:ext cx="698601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13402D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佐藤 健一</a:t>
            </a:r>
            <a:pPr algn="ctr" indent="0" marL="0">
              <a:buNone/>
            </a:pPr>
            <a:r>
              <a:rPr lang="en-US" sz="2500" dirty="0">
                <a:solidFill>
                  <a:srgbClr val="2E6B4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  さん</a:t>
            </a:r>
            <a:endParaRPr lang="en-US" sz="5400" dirty="0"/>
          </a:p>
        </p:txBody>
      </p:sp>
      <p:sp>
        <p:nvSpPr>
          <p:cNvPr id="50" name="Shape 47"/>
          <p:cNvSpPr/>
          <p:nvPr/>
        </p:nvSpPr>
        <p:spPr>
          <a:xfrm rot="-5400000">
            <a:off x="1528877" y="2393899"/>
            <a:ext cx="234086" cy="135331"/>
          </a:xfrm>
          <a:prstGeom prst="ellipse">
            <a:avLst/>
          </a:prstGeom>
          <a:solidFill>
            <a:srgbClr val="D98A78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rot="-1080000">
            <a:off x="1640191" y="2474774"/>
            <a:ext cx="234086" cy="135331"/>
          </a:xfrm>
          <a:prstGeom prst="ellipse">
            <a:avLst/>
          </a:prstGeom>
          <a:solidFill>
            <a:srgbClr val="D98A78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rot="3240000">
            <a:off x="1597673" y="2605632"/>
            <a:ext cx="234086" cy="135331"/>
          </a:xfrm>
          <a:prstGeom prst="ellipse">
            <a:avLst/>
          </a:prstGeom>
          <a:solidFill>
            <a:srgbClr val="D98A78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rot="7560000">
            <a:off x="1460081" y="2605632"/>
            <a:ext cx="234086" cy="135331"/>
          </a:xfrm>
          <a:prstGeom prst="ellipse">
            <a:avLst/>
          </a:prstGeom>
          <a:solidFill>
            <a:srgbClr val="D98A78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rot="11880000">
            <a:off x="1417562" y="2474774"/>
            <a:ext cx="234086" cy="135331"/>
          </a:xfrm>
          <a:prstGeom prst="ellipse">
            <a:avLst/>
          </a:prstGeom>
          <a:solidFill>
            <a:srgbClr val="D98A78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580083" y="2512771"/>
            <a:ext cx="131674" cy="13167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56" name="Shape 53"/>
          <p:cNvSpPr/>
          <p:nvPr/>
        </p:nvSpPr>
        <p:spPr>
          <a:xfrm rot="-5400000">
            <a:off x="7381037" y="2393899"/>
            <a:ext cx="234086" cy="135331"/>
          </a:xfrm>
          <a:prstGeom prst="ellipse">
            <a:avLst/>
          </a:prstGeom>
          <a:solidFill>
            <a:srgbClr val="D98A78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rot="-1080000">
            <a:off x="7492351" y="2474774"/>
            <a:ext cx="234086" cy="135331"/>
          </a:xfrm>
          <a:prstGeom prst="ellipse">
            <a:avLst/>
          </a:prstGeom>
          <a:solidFill>
            <a:srgbClr val="D98A78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rot="3240000">
            <a:off x="7449833" y="2605632"/>
            <a:ext cx="234086" cy="135331"/>
          </a:xfrm>
          <a:prstGeom prst="ellipse">
            <a:avLst/>
          </a:prstGeom>
          <a:solidFill>
            <a:srgbClr val="D98A78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rot="7560000">
            <a:off x="7312241" y="2605632"/>
            <a:ext cx="234086" cy="135331"/>
          </a:xfrm>
          <a:prstGeom prst="ellipse">
            <a:avLst/>
          </a:prstGeom>
          <a:solidFill>
            <a:srgbClr val="D98A78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rot="11880000">
            <a:off x="7269722" y="2474774"/>
            <a:ext cx="234086" cy="135331"/>
          </a:xfrm>
          <a:prstGeom prst="ellipse">
            <a:avLst/>
          </a:prstGeom>
          <a:solidFill>
            <a:srgbClr val="D98A78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432243" y="2512771"/>
            <a:ext cx="131674" cy="13167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62" name="Shape 59"/>
          <p:cNvSpPr/>
          <p:nvPr/>
        </p:nvSpPr>
        <p:spPr>
          <a:xfrm>
            <a:off x="3703320" y="3236976"/>
            <a:ext cx="749808" cy="0"/>
          </a:xfrm>
          <a:prstGeom prst="line">
            <a:avLst/>
          </a:prstGeom>
          <a:noFill/>
          <a:ln w="13970">
            <a:solidFill>
              <a:srgbClr val="C9A24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690872" y="3236976"/>
            <a:ext cx="749808" cy="0"/>
          </a:xfrm>
          <a:prstGeom prst="line">
            <a:avLst/>
          </a:prstGeom>
          <a:noFill/>
          <a:ln w="13970">
            <a:solidFill>
              <a:srgbClr val="C9A24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rot="2700000">
            <a:off x="4517136" y="3182112"/>
            <a:ext cx="109728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3214116"/>
            <a:ext cx="45720" cy="457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6" name="Shape 63"/>
          <p:cNvSpPr/>
          <p:nvPr/>
        </p:nvSpPr>
        <p:spPr>
          <a:xfrm>
            <a:off x="5440680" y="3214116"/>
            <a:ext cx="45720" cy="457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7" name="Text 64"/>
          <p:cNvSpPr/>
          <p:nvPr/>
        </p:nvSpPr>
        <p:spPr>
          <a:xfrm>
            <a:off x="1078992" y="3346704"/>
            <a:ext cx="6986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A07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AUGUST 5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1078992" y="3602736"/>
            <a:ext cx="6986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07E2C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8月5日</a:t>
            </a:r>
            <a:endParaRPr lang="en-US" sz="3100" dirty="0"/>
          </a:p>
        </p:txBody>
      </p:sp>
      <p:sp>
        <p:nvSpPr>
          <p:cNvPr id="69" name="Text 66"/>
          <p:cNvSpPr/>
          <p:nvPr/>
        </p:nvSpPr>
        <p:spPr>
          <a:xfrm>
            <a:off x="457200" y="471830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C99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静岡ままよろサロン　　第3742回 通常例会　　2026.8.22</a:t>
            </a:r>
            <a:endParaRPr lang="en-US" sz="1050" dirty="0"/>
          </a:p>
        </p:txBody>
      </p:sp>
      <p:sp>
        <p:nvSpPr>
          <p:cNvPr id="70" name="Text 67"/>
          <p:cNvSpPr/>
          <p:nvPr/>
        </p:nvSpPr>
        <p:spPr>
          <a:xfrm>
            <a:off x="7818120" y="4718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C9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/ 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4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21945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31089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31089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548640"/>
            <a:ext cx="6035040" cy="4023360"/>
          </a:xfrm>
          <a:prstGeom prst="ellipse">
            <a:avLst/>
          </a:prstGeom>
          <a:solidFill>
            <a:srgbClr val="2E6B4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723695" y="1511483"/>
            <a:ext cx="54462" cy="54462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8" name="Shape 6"/>
          <p:cNvSpPr/>
          <p:nvPr/>
        </p:nvSpPr>
        <p:spPr>
          <a:xfrm>
            <a:off x="2051609" y="1030892"/>
            <a:ext cx="65671" cy="65671"/>
          </a:xfrm>
          <a:prstGeom prst="ellipse">
            <a:avLst/>
          </a:prstGeom>
          <a:solidFill>
            <a:srgbClr val="D38AA6"/>
          </a:solidFill>
          <a:ln/>
        </p:spPr>
      </p:sp>
      <p:sp>
        <p:nvSpPr>
          <p:cNvPr id="9" name="Shape 7"/>
          <p:cNvSpPr/>
          <p:nvPr/>
        </p:nvSpPr>
        <p:spPr>
          <a:xfrm>
            <a:off x="2479538" y="835765"/>
            <a:ext cx="46793" cy="46793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0" name="Shape 8"/>
          <p:cNvSpPr/>
          <p:nvPr/>
        </p:nvSpPr>
        <p:spPr>
          <a:xfrm>
            <a:off x="1528828" y="1648224"/>
            <a:ext cx="57996" cy="57996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11" name="Shape 9"/>
          <p:cNvSpPr/>
          <p:nvPr/>
        </p:nvSpPr>
        <p:spPr>
          <a:xfrm>
            <a:off x="968852" y="608304"/>
            <a:ext cx="77720" cy="77720"/>
          </a:xfrm>
          <a:prstGeom prst="ellipse">
            <a:avLst/>
          </a:prstGeom>
          <a:solidFill>
            <a:srgbClr val="D38AA6"/>
          </a:solidFill>
          <a:ln/>
        </p:spPr>
      </p:sp>
      <p:sp>
        <p:nvSpPr>
          <p:cNvPr id="12" name="Shape 10"/>
          <p:cNvSpPr/>
          <p:nvPr/>
        </p:nvSpPr>
        <p:spPr>
          <a:xfrm>
            <a:off x="1666828" y="778635"/>
            <a:ext cx="89844" cy="8984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13" name="Shape 11"/>
          <p:cNvSpPr/>
          <p:nvPr/>
        </p:nvSpPr>
        <p:spPr>
          <a:xfrm>
            <a:off x="2461202" y="1655376"/>
            <a:ext cx="115387" cy="115387"/>
          </a:xfrm>
          <a:prstGeom prst="ellipse">
            <a:avLst/>
          </a:prstGeom>
          <a:ln w="13970">
            <a:solidFill>
              <a:srgbClr val="E7CD8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5220000">
            <a:off x="1469263" y="1402178"/>
            <a:ext cx="113355" cy="113355"/>
          </a:xfrm>
          <a:prstGeom prst="rect">
            <a:avLst/>
          </a:prstGeom>
          <a:solidFill>
            <a:srgbClr val="D38AA6"/>
          </a:solidFill>
          <a:ln/>
        </p:spPr>
      </p:sp>
      <p:sp>
        <p:nvSpPr>
          <p:cNvPr id="15" name="Shape 13"/>
          <p:cNvSpPr/>
          <p:nvPr/>
        </p:nvSpPr>
        <p:spPr>
          <a:xfrm rot="9960000">
            <a:off x="7446368" y="1560722"/>
            <a:ext cx="160712" cy="46485"/>
          </a:xfrm>
          <a:prstGeom prst="rect">
            <a:avLst/>
          </a:prstGeom>
          <a:solidFill>
            <a:srgbClr val="E7CD83"/>
          </a:solidFill>
          <a:ln/>
        </p:spPr>
      </p:sp>
      <p:sp>
        <p:nvSpPr>
          <p:cNvPr id="16" name="Shape 14"/>
          <p:cNvSpPr/>
          <p:nvPr/>
        </p:nvSpPr>
        <p:spPr>
          <a:xfrm>
            <a:off x="7241276" y="762124"/>
            <a:ext cx="51392" cy="51392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17" name="Shape 15"/>
          <p:cNvSpPr/>
          <p:nvPr/>
        </p:nvSpPr>
        <p:spPr>
          <a:xfrm>
            <a:off x="8054977" y="616387"/>
            <a:ext cx="46516" cy="46516"/>
          </a:xfrm>
          <a:prstGeom prst="ellipse">
            <a:avLst/>
          </a:prstGeom>
          <a:solidFill>
            <a:srgbClr val="D38AA6"/>
          </a:solidFill>
          <a:ln/>
        </p:spPr>
      </p:sp>
      <p:sp>
        <p:nvSpPr>
          <p:cNvPr id="18" name="Shape 16"/>
          <p:cNvSpPr/>
          <p:nvPr/>
        </p:nvSpPr>
        <p:spPr>
          <a:xfrm>
            <a:off x="7079493" y="848448"/>
            <a:ext cx="101680" cy="101680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19" name="Shape 17"/>
          <p:cNvSpPr/>
          <p:nvPr/>
        </p:nvSpPr>
        <p:spPr>
          <a:xfrm rot="1080000">
            <a:off x="8471538" y="1621447"/>
            <a:ext cx="101457" cy="101457"/>
          </a:xfrm>
          <a:prstGeom prst="rect">
            <a:avLst/>
          </a:prstGeom>
          <a:solidFill>
            <a:srgbClr val="D38AA6"/>
          </a:solidFill>
          <a:ln/>
        </p:spPr>
      </p:sp>
      <p:sp>
        <p:nvSpPr>
          <p:cNvPr id="20" name="Shape 18"/>
          <p:cNvSpPr/>
          <p:nvPr/>
        </p:nvSpPr>
        <p:spPr>
          <a:xfrm>
            <a:off x="7481985" y="1117202"/>
            <a:ext cx="95763" cy="95763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21" name="Shape 19"/>
          <p:cNvSpPr/>
          <p:nvPr/>
        </p:nvSpPr>
        <p:spPr>
          <a:xfrm>
            <a:off x="7344801" y="1205844"/>
            <a:ext cx="66627" cy="66627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22" name="Shape 20"/>
          <p:cNvSpPr/>
          <p:nvPr/>
        </p:nvSpPr>
        <p:spPr>
          <a:xfrm rot="5940000">
            <a:off x="6698422" y="1628537"/>
            <a:ext cx="182868" cy="4668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3" name="Shape 21"/>
          <p:cNvSpPr/>
          <p:nvPr/>
        </p:nvSpPr>
        <p:spPr>
          <a:xfrm>
            <a:off x="2074850" y="3979009"/>
            <a:ext cx="137709" cy="137709"/>
          </a:xfrm>
          <a:prstGeom prst="ellipse">
            <a:avLst/>
          </a:prstGeom>
          <a:ln w="13970">
            <a:solidFill>
              <a:srgbClr val="E7CD8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4260000">
            <a:off x="1762893" y="3746718"/>
            <a:ext cx="103034" cy="103034"/>
          </a:xfrm>
          <a:prstGeom prst="rect">
            <a:avLst/>
          </a:prstGeom>
          <a:solidFill>
            <a:srgbClr val="FBF6EA"/>
          </a:solidFill>
          <a:ln/>
        </p:spPr>
      </p:sp>
      <p:sp>
        <p:nvSpPr>
          <p:cNvPr id="25" name="Shape 23"/>
          <p:cNvSpPr/>
          <p:nvPr/>
        </p:nvSpPr>
        <p:spPr>
          <a:xfrm>
            <a:off x="602907" y="4315081"/>
            <a:ext cx="101650" cy="101650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26" name="Shape 24"/>
          <p:cNvSpPr/>
          <p:nvPr/>
        </p:nvSpPr>
        <p:spPr>
          <a:xfrm>
            <a:off x="1968555" y="4235348"/>
            <a:ext cx="106715" cy="106715"/>
          </a:xfrm>
          <a:prstGeom prst="ellipse">
            <a:avLst/>
          </a:prstGeom>
          <a:solidFill>
            <a:srgbClr val="D38AA6"/>
          </a:solidFill>
          <a:ln/>
        </p:spPr>
      </p:sp>
      <p:sp>
        <p:nvSpPr>
          <p:cNvPr id="27" name="Shape 25"/>
          <p:cNvSpPr/>
          <p:nvPr/>
        </p:nvSpPr>
        <p:spPr>
          <a:xfrm>
            <a:off x="2107827" y="4288075"/>
            <a:ext cx="65084" cy="65084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8" name="Shape 26"/>
          <p:cNvSpPr/>
          <p:nvPr/>
        </p:nvSpPr>
        <p:spPr>
          <a:xfrm>
            <a:off x="2385683" y="3945199"/>
            <a:ext cx="103226" cy="103226"/>
          </a:xfrm>
          <a:prstGeom prst="ellipse">
            <a:avLst/>
          </a:prstGeom>
          <a:solidFill>
            <a:srgbClr val="D38AA6"/>
          </a:solidFill>
          <a:ln/>
        </p:spPr>
      </p:sp>
      <p:sp>
        <p:nvSpPr>
          <p:cNvPr id="29" name="Shape 27"/>
          <p:cNvSpPr/>
          <p:nvPr/>
        </p:nvSpPr>
        <p:spPr>
          <a:xfrm>
            <a:off x="1196455" y="4501233"/>
            <a:ext cx="93264" cy="93264"/>
          </a:xfrm>
          <a:prstGeom prst="ellipse">
            <a:avLst/>
          </a:prstGeom>
          <a:solidFill>
            <a:srgbClr val="D38AA6"/>
          </a:solidFill>
          <a:ln/>
        </p:spPr>
      </p:sp>
      <p:sp>
        <p:nvSpPr>
          <p:cNvPr id="30" name="Shape 28"/>
          <p:cNvSpPr/>
          <p:nvPr/>
        </p:nvSpPr>
        <p:spPr>
          <a:xfrm>
            <a:off x="785930" y="4087901"/>
            <a:ext cx="108153" cy="108153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31" name="Shape 29"/>
          <p:cNvSpPr/>
          <p:nvPr/>
        </p:nvSpPr>
        <p:spPr>
          <a:xfrm rot="9780000">
            <a:off x="8556200" y="4365382"/>
            <a:ext cx="158162" cy="34128"/>
          </a:xfrm>
          <a:prstGeom prst="rect">
            <a:avLst/>
          </a:prstGeom>
          <a:solidFill>
            <a:srgbClr val="D38AA6"/>
          </a:solidFill>
          <a:ln/>
        </p:spPr>
      </p:sp>
      <p:sp>
        <p:nvSpPr>
          <p:cNvPr id="32" name="Shape 30"/>
          <p:cNvSpPr/>
          <p:nvPr/>
        </p:nvSpPr>
        <p:spPr>
          <a:xfrm rot="3660000">
            <a:off x="6973269" y="3648378"/>
            <a:ext cx="58068" cy="58068"/>
          </a:xfrm>
          <a:prstGeom prst="rect">
            <a:avLst/>
          </a:prstGeom>
          <a:solidFill>
            <a:srgbClr val="E7CD83"/>
          </a:solidFill>
          <a:ln/>
        </p:spPr>
      </p:sp>
      <p:sp>
        <p:nvSpPr>
          <p:cNvPr id="33" name="Shape 31"/>
          <p:cNvSpPr/>
          <p:nvPr/>
        </p:nvSpPr>
        <p:spPr>
          <a:xfrm>
            <a:off x="7192311" y="3664557"/>
            <a:ext cx="98675" cy="98675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4" name="Shape 32"/>
          <p:cNvSpPr/>
          <p:nvPr/>
        </p:nvSpPr>
        <p:spPr>
          <a:xfrm>
            <a:off x="7385583" y="4307468"/>
            <a:ext cx="75755" cy="75755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35" name="Shape 33"/>
          <p:cNvSpPr/>
          <p:nvPr/>
        </p:nvSpPr>
        <p:spPr>
          <a:xfrm>
            <a:off x="6808148" y="4461409"/>
            <a:ext cx="67919" cy="67919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6" name="Shape 34"/>
          <p:cNvSpPr/>
          <p:nvPr/>
        </p:nvSpPr>
        <p:spPr>
          <a:xfrm rot="4440000">
            <a:off x="8353159" y="4223928"/>
            <a:ext cx="77322" cy="7732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7" name="Shape 35"/>
          <p:cNvSpPr/>
          <p:nvPr/>
        </p:nvSpPr>
        <p:spPr>
          <a:xfrm>
            <a:off x="7125798" y="3885822"/>
            <a:ext cx="47351" cy="47351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38" name="Shape 36"/>
          <p:cNvSpPr/>
          <p:nvPr/>
        </p:nvSpPr>
        <p:spPr>
          <a:xfrm rot="2580000">
            <a:off x="6734000" y="4541049"/>
            <a:ext cx="246540" cy="46543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9" name="Shape 37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ln w="19050">
            <a:solidFill>
              <a:srgbClr val="C9A24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" y="420624"/>
            <a:ext cx="8302752" cy="4302252"/>
          </a:xfrm>
          <a:prstGeom prst="rect">
            <a:avLst/>
          </a:prstGeom>
          <a:ln w="9525">
            <a:solidFill>
              <a:srgbClr val="E7CD8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374904" y="374904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2" name="Shape 40"/>
          <p:cNvSpPr/>
          <p:nvPr/>
        </p:nvSpPr>
        <p:spPr>
          <a:xfrm rot="2700000">
            <a:off x="8677656" y="374904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3" name="Shape 41"/>
          <p:cNvSpPr/>
          <p:nvPr/>
        </p:nvSpPr>
        <p:spPr>
          <a:xfrm rot="2700000">
            <a:off x="374904" y="4677156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4" name="Shape 42"/>
          <p:cNvSpPr/>
          <p:nvPr/>
        </p:nvSpPr>
        <p:spPr>
          <a:xfrm rot="2700000">
            <a:off x="8677656" y="4677156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5" name="Shape 43"/>
          <p:cNvSpPr/>
          <p:nvPr/>
        </p:nvSpPr>
        <p:spPr>
          <a:xfrm>
            <a:off x="1078992" y="877824"/>
            <a:ext cx="6986016" cy="3419856"/>
          </a:xfrm>
          <a:prstGeom prst="rect">
            <a:avLst/>
          </a:prstGeom>
          <a:solidFill>
            <a:srgbClr val="FBF6EA"/>
          </a:solidFill>
          <a:ln w="19050">
            <a:solidFill>
              <a:srgbClr val="C9A24B"/>
            </a:solidFill>
            <a:prstDash val="solid"/>
          </a:ln>
          <a:effectLst>
            <a:outerShdw sx="100000" sy="100000" kx="0" ky="0" algn="bl" rotWithShape="0" blurRad="152400" dist="63500" dir="5400000">
              <a:srgbClr val="06160E">
                <a:alpha val="3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188720" y="987552"/>
            <a:ext cx="6766560" cy="3200400"/>
          </a:xfrm>
          <a:prstGeom prst="rect">
            <a:avLst/>
          </a:prstGeom>
          <a:ln w="9525">
            <a:solidFill>
              <a:srgbClr val="E7CD83"/>
            </a:solidFill>
            <a:prstDash val="solid"/>
          </a:ln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1097280"/>
            <a:ext cx="621792" cy="621792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078992" y="1755648"/>
            <a:ext cx="6986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spc="200" kern="0" dirty="0">
                <a:solidFill>
                  <a:srgbClr val="A07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Happy Birthday</a:t>
            </a:r>
            <a:endParaRPr lang="en-US" sz="1700" dirty="0"/>
          </a:p>
        </p:txBody>
      </p:sp>
      <p:sp>
        <p:nvSpPr>
          <p:cNvPr id="49" name="Text 46"/>
          <p:cNvSpPr/>
          <p:nvPr/>
        </p:nvSpPr>
        <p:spPr>
          <a:xfrm>
            <a:off x="1078992" y="2066544"/>
            <a:ext cx="698601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13402D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鈴木 美咲</a:t>
            </a:r>
            <a:pPr algn="ctr" indent="0" marL="0">
              <a:buNone/>
            </a:pPr>
            <a:r>
              <a:rPr lang="en-US" sz="2500" dirty="0">
                <a:solidFill>
                  <a:srgbClr val="2E6B4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  さん</a:t>
            </a:r>
            <a:endParaRPr lang="en-US" sz="5400" dirty="0"/>
          </a:p>
        </p:txBody>
      </p:sp>
      <p:sp>
        <p:nvSpPr>
          <p:cNvPr id="50" name="Shape 47"/>
          <p:cNvSpPr/>
          <p:nvPr/>
        </p:nvSpPr>
        <p:spPr>
          <a:xfrm rot="-5400000">
            <a:off x="1528877" y="2393899"/>
            <a:ext cx="234086" cy="135331"/>
          </a:xfrm>
          <a:prstGeom prst="ellipse">
            <a:avLst/>
          </a:prstGeom>
          <a:solidFill>
            <a:srgbClr val="D38AA6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rot="-1080000">
            <a:off x="1640191" y="2474774"/>
            <a:ext cx="234086" cy="135331"/>
          </a:xfrm>
          <a:prstGeom prst="ellipse">
            <a:avLst/>
          </a:prstGeom>
          <a:solidFill>
            <a:srgbClr val="D38AA6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rot="3240000">
            <a:off x="1597673" y="2605632"/>
            <a:ext cx="234086" cy="135331"/>
          </a:xfrm>
          <a:prstGeom prst="ellipse">
            <a:avLst/>
          </a:prstGeom>
          <a:solidFill>
            <a:srgbClr val="D38AA6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rot="7560000">
            <a:off x="1460081" y="2605632"/>
            <a:ext cx="234086" cy="135331"/>
          </a:xfrm>
          <a:prstGeom prst="ellipse">
            <a:avLst/>
          </a:prstGeom>
          <a:solidFill>
            <a:srgbClr val="D38AA6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rot="11880000">
            <a:off x="1417562" y="2474774"/>
            <a:ext cx="234086" cy="135331"/>
          </a:xfrm>
          <a:prstGeom prst="ellipse">
            <a:avLst/>
          </a:prstGeom>
          <a:solidFill>
            <a:srgbClr val="D38AA6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580083" y="2512771"/>
            <a:ext cx="131674" cy="13167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56" name="Shape 53"/>
          <p:cNvSpPr/>
          <p:nvPr/>
        </p:nvSpPr>
        <p:spPr>
          <a:xfrm rot="-5400000">
            <a:off x="7381037" y="2393899"/>
            <a:ext cx="234086" cy="135331"/>
          </a:xfrm>
          <a:prstGeom prst="ellipse">
            <a:avLst/>
          </a:prstGeom>
          <a:solidFill>
            <a:srgbClr val="D38AA6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rot="-1080000">
            <a:off x="7492351" y="2474774"/>
            <a:ext cx="234086" cy="135331"/>
          </a:xfrm>
          <a:prstGeom prst="ellipse">
            <a:avLst/>
          </a:prstGeom>
          <a:solidFill>
            <a:srgbClr val="D38AA6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rot="3240000">
            <a:off x="7449833" y="2605632"/>
            <a:ext cx="234086" cy="135331"/>
          </a:xfrm>
          <a:prstGeom prst="ellipse">
            <a:avLst/>
          </a:prstGeom>
          <a:solidFill>
            <a:srgbClr val="D38AA6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rot="7560000">
            <a:off x="7312241" y="2605632"/>
            <a:ext cx="234086" cy="135331"/>
          </a:xfrm>
          <a:prstGeom prst="ellipse">
            <a:avLst/>
          </a:prstGeom>
          <a:solidFill>
            <a:srgbClr val="D38AA6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rot="11880000">
            <a:off x="7269722" y="2474774"/>
            <a:ext cx="234086" cy="135331"/>
          </a:xfrm>
          <a:prstGeom prst="ellipse">
            <a:avLst/>
          </a:prstGeom>
          <a:solidFill>
            <a:srgbClr val="D38AA6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432243" y="2512771"/>
            <a:ext cx="131674" cy="13167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62" name="Shape 59"/>
          <p:cNvSpPr/>
          <p:nvPr/>
        </p:nvSpPr>
        <p:spPr>
          <a:xfrm>
            <a:off x="3703320" y="3236976"/>
            <a:ext cx="749808" cy="0"/>
          </a:xfrm>
          <a:prstGeom prst="line">
            <a:avLst/>
          </a:prstGeom>
          <a:noFill/>
          <a:ln w="13970">
            <a:solidFill>
              <a:srgbClr val="C9A24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690872" y="3236976"/>
            <a:ext cx="749808" cy="0"/>
          </a:xfrm>
          <a:prstGeom prst="line">
            <a:avLst/>
          </a:prstGeom>
          <a:noFill/>
          <a:ln w="13970">
            <a:solidFill>
              <a:srgbClr val="C9A24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rot="2700000">
            <a:off x="4517136" y="3182112"/>
            <a:ext cx="109728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3214116"/>
            <a:ext cx="45720" cy="457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6" name="Shape 63"/>
          <p:cNvSpPr/>
          <p:nvPr/>
        </p:nvSpPr>
        <p:spPr>
          <a:xfrm>
            <a:off x="5440680" y="3214116"/>
            <a:ext cx="45720" cy="457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7" name="Text 64"/>
          <p:cNvSpPr/>
          <p:nvPr/>
        </p:nvSpPr>
        <p:spPr>
          <a:xfrm>
            <a:off x="1078992" y="3346704"/>
            <a:ext cx="6986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A07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AUGUST 14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1078992" y="3602736"/>
            <a:ext cx="6986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07E2C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8月14日</a:t>
            </a:r>
            <a:endParaRPr lang="en-US" sz="3100" dirty="0"/>
          </a:p>
        </p:txBody>
      </p:sp>
      <p:sp>
        <p:nvSpPr>
          <p:cNvPr id="69" name="Text 66"/>
          <p:cNvSpPr/>
          <p:nvPr/>
        </p:nvSpPr>
        <p:spPr>
          <a:xfrm>
            <a:off x="457200" y="471830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C99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静岡ままよろサロン　　第3742回 通常例会　　2026.8.22</a:t>
            </a:r>
            <a:endParaRPr lang="en-US" sz="1050" dirty="0"/>
          </a:p>
        </p:txBody>
      </p:sp>
      <p:sp>
        <p:nvSpPr>
          <p:cNvPr id="70" name="Text 67"/>
          <p:cNvSpPr/>
          <p:nvPr/>
        </p:nvSpPr>
        <p:spPr>
          <a:xfrm>
            <a:off x="7818120" y="4718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C9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/ 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34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21945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31089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31089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548640"/>
            <a:ext cx="6035040" cy="4023360"/>
          </a:xfrm>
          <a:prstGeom prst="ellipse">
            <a:avLst/>
          </a:prstGeom>
          <a:solidFill>
            <a:srgbClr val="2E6B4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203220" y="1141774"/>
            <a:ext cx="75400" cy="75400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8" name="Shape 6"/>
          <p:cNvSpPr/>
          <p:nvPr/>
        </p:nvSpPr>
        <p:spPr>
          <a:xfrm rot="720000">
            <a:off x="2121139" y="638081"/>
            <a:ext cx="217815" cy="36995"/>
          </a:xfrm>
          <a:prstGeom prst="rect">
            <a:avLst/>
          </a:prstGeom>
          <a:solidFill>
            <a:srgbClr val="E7CD83"/>
          </a:solidFill>
          <a:ln/>
        </p:spPr>
      </p:sp>
      <p:sp>
        <p:nvSpPr>
          <p:cNvPr id="9" name="Shape 7"/>
          <p:cNvSpPr/>
          <p:nvPr/>
        </p:nvSpPr>
        <p:spPr>
          <a:xfrm>
            <a:off x="1660941" y="1159952"/>
            <a:ext cx="98726" cy="98726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10" name="Shape 8"/>
          <p:cNvSpPr/>
          <p:nvPr/>
        </p:nvSpPr>
        <p:spPr>
          <a:xfrm rot="360000">
            <a:off x="2175966" y="737410"/>
            <a:ext cx="69548" cy="6954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1" name="Shape 9"/>
          <p:cNvSpPr/>
          <p:nvPr/>
        </p:nvSpPr>
        <p:spPr>
          <a:xfrm rot="3060000">
            <a:off x="2075521" y="1579384"/>
            <a:ext cx="140527" cy="37945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Shape 10"/>
          <p:cNvSpPr/>
          <p:nvPr/>
        </p:nvSpPr>
        <p:spPr>
          <a:xfrm>
            <a:off x="1770125" y="1337691"/>
            <a:ext cx="103426" cy="103426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13" name="Shape 11"/>
          <p:cNvSpPr/>
          <p:nvPr/>
        </p:nvSpPr>
        <p:spPr>
          <a:xfrm>
            <a:off x="1781473" y="988288"/>
            <a:ext cx="86975" cy="86975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14" name="Shape 12"/>
          <p:cNvSpPr/>
          <p:nvPr/>
        </p:nvSpPr>
        <p:spPr>
          <a:xfrm>
            <a:off x="781477" y="1071877"/>
            <a:ext cx="115839" cy="115839"/>
          </a:xfrm>
          <a:prstGeom prst="ellipse">
            <a:avLst/>
          </a:prstGeom>
          <a:ln w="13970">
            <a:solidFill>
              <a:srgbClr val="FBF6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900000">
            <a:off x="7333483" y="739184"/>
            <a:ext cx="91452" cy="91452"/>
          </a:xfrm>
          <a:prstGeom prst="rect">
            <a:avLst/>
          </a:prstGeom>
          <a:solidFill>
            <a:srgbClr val="E0A95C"/>
          </a:solidFill>
          <a:ln/>
        </p:spPr>
      </p:sp>
      <p:sp>
        <p:nvSpPr>
          <p:cNvPr id="16" name="Shape 14"/>
          <p:cNvSpPr/>
          <p:nvPr/>
        </p:nvSpPr>
        <p:spPr>
          <a:xfrm>
            <a:off x="7973970" y="1114176"/>
            <a:ext cx="56929" cy="56929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7" name="Shape 15"/>
          <p:cNvSpPr/>
          <p:nvPr/>
        </p:nvSpPr>
        <p:spPr>
          <a:xfrm>
            <a:off x="6715457" y="1611167"/>
            <a:ext cx="108377" cy="108377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18" name="Shape 16"/>
          <p:cNvSpPr/>
          <p:nvPr/>
        </p:nvSpPr>
        <p:spPr>
          <a:xfrm rot="2700000">
            <a:off x="6901205" y="572339"/>
            <a:ext cx="189378" cy="43515"/>
          </a:xfrm>
          <a:prstGeom prst="rect">
            <a:avLst/>
          </a:prstGeom>
          <a:solidFill>
            <a:srgbClr val="E7CD83"/>
          </a:solidFill>
          <a:ln/>
        </p:spPr>
      </p:sp>
      <p:sp>
        <p:nvSpPr>
          <p:cNvPr id="19" name="Shape 17"/>
          <p:cNvSpPr/>
          <p:nvPr/>
        </p:nvSpPr>
        <p:spPr>
          <a:xfrm>
            <a:off x="8048176" y="874361"/>
            <a:ext cx="52836" cy="52836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0" name="Shape 18"/>
          <p:cNvSpPr/>
          <p:nvPr/>
        </p:nvSpPr>
        <p:spPr>
          <a:xfrm rot="9840000">
            <a:off x="7315385" y="964732"/>
            <a:ext cx="207232" cy="43292"/>
          </a:xfrm>
          <a:prstGeom prst="rect">
            <a:avLst/>
          </a:prstGeom>
          <a:solidFill>
            <a:srgbClr val="FBF6EA"/>
          </a:solidFill>
          <a:ln/>
        </p:spPr>
      </p:sp>
      <p:sp>
        <p:nvSpPr>
          <p:cNvPr id="21" name="Shape 19"/>
          <p:cNvSpPr/>
          <p:nvPr/>
        </p:nvSpPr>
        <p:spPr>
          <a:xfrm>
            <a:off x="7558438" y="715356"/>
            <a:ext cx="106541" cy="106541"/>
          </a:xfrm>
          <a:prstGeom prst="ellipse">
            <a:avLst/>
          </a:prstGeom>
          <a:solidFill>
            <a:srgbClr val="E0A95C"/>
          </a:solidFill>
          <a:ln/>
        </p:spPr>
      </p:sp>
      <p:sp>
        <p:nvSpPr>
          <p:cNvPr id="22" name="Shape 20"/>
          <p:cNvSpPr/>
          <p:nvPr/>
        </p:nvSpPr>
        <p:spPr>
          <a:xfrm>
            <a:off x="8503170" y="539953"/>
            <a:ext cx="62543" cy="62543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3" name="Shape 21"/>
          <p:cNvSpPr/>
          <p:nvPr/>
        </p:nvSpPr>
        <p:spPr>
          <a:xfrm>
            <a:off x="1822794" y="3776117"/>
            <a:ext cx="91843" cy="91843"/>
          </a:xfrm>
          <a:prstGeom prst="ellipse">
            <a:avLst/>
          </a:prstGeom>
          <a:solidFill>
            <a:srgbClr val="E0A95C"/>
          </a:solidFill>
          <a:ln/>
        </p:spPr>
      </p:sp>
      <p:sp>
        <p:nvSpPr>
          <p:cNvPr id="24" name="Shape 22"/>
          <p:cNvSpPr/>
          <p:nvPr/>
        </p:nvSpPr>
        <p:spPr>
          <a:xfrm>
            <a:off x="1541347" y="3821360"/>
            <a:ext cx="60095" cy="60095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25" name="Shape 23"/>
          <p:cNvSpPr/>
          <p:nvPr/>
        </p:nvSpPr>
        <p:spPr>
          <a:xfrm>
            <a:off x="2372455" y="3838660"/>
            <a:ext cx="87748" cy="87748"/>
          </a:xfrm>
          <a:prstGeom prst="ellipse">
            <a:avLst/>
          </a:prstGeom>
          <a:ln w="13970">
            <a:solidFill>
              <a:srgbClr val="FBF6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220000">
            <a:off x="1643743" y="3429117"/>
            <a:ext cx="98634" cy="98634"/>
          </a:xfrm>
          <a:prstGeom prst="rect">
            <a:avLst/>
          </a:prstGeom>
          <a:solidFill>
            <a:srgbClr val="FBF6E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88257" y="4524884"/>
            <a:ext cx="124795" cy="124795"/>
          </a:xfrm>
          <a:prstGeom prst="ellipse">
            <a:avLst/>
          </a:prstGeom>
          <a:ln w="13970">
            <a:solidFill>
              <a:srgbClr val="FBF6E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01269" y="4471437"/>
            <a:ext cx="144748" cy="144748"/>
          </a:xfrm>
          <a:prstGeom prst="ellipse">
            <a:avLst/>
          </a:prstGeom>
          <a:ln w="13970">
            <a:solidFill>
              <a:srgbClr val="E0A9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20757" y="3985259"/>
            <a:ext cx="64569" cy="64569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0" name="Shape 28"/>
          <p:cNvSpPr/>
          <p:nvPr/>
        </p:nvSpPr>
        <p:spPr>
          <a:xfrm rot="3360000">
            <a:off x="1016384" y="3753251"/>
            <a:ext cx="90135" cy="90135"/>
          </a:xfrm>
          <a:prstGeom prst="rect">
            <a:avLst/>
          </a:prstGeom>
          <a:solidFill>
            <a:srgbClr val="E7CD83"/>
          </a:solidFill>
          <a:ln/>
        </p:spPr>
      </p:sp>
      <p:sp>
        <p:nvSpPr>
          <p:cNvPr id="31" name="Shape 29"/>
          <p:cNvSpPr/>
          <p:nvPr/>
        </p:nvSpPr>
        <p:spPr>
          <a:xfrm>
            <a:off x="7324030" y="3460536"/>
            <a:ext cx="63880" cy="63880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32" name="Shape 30"/>
          <p:cNvSpPr/>
          <p:nvPr/>
        </p:nvSpPr>
        <p:spPr>
          <a:xfrm>
            <a:off x="8044989" y="4074597"/>
            <a:ext cx="69623" cy="69623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33" name="Shape 31"/>
          <p:cNvSpPr/>
          <p:nvPr/>
        </p:nvSpPr>
        <p:spPr>
          <a:xfrm>
            <a:off x="7755853" y="3421915"/>
            <a:ext cx="132616" cy="132616"/>
          </a:xfrm>
          <a:prstGeom prst="ellipse">
            <a:avLst/>
          </a:prstGeom>
          <a:ln w="13970">
            <a:solidFill>
              <a:srgbClr val="E0A95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46019" y="3841574"/>
            <a:ext cx="101541" cy="101541"/>
          </a:xfrm>
          <a:prstGeom prst="ellipse">
            <a:avLst/>
          </a:prstGeom>
          <a:solidFill>
            <a:srgbClr val="E0A95C"/>
          </a:solidFill>
          <a:ln/>
        </p:spPr>
      </p:sp>
      <p:sp>
        <p:nvSpPr>
          <p:cNvPr id="35" name="Shape 33"/>
          <p:cNvSpPr/>
          <p:nvPr/>
        </p:nvSpPr>
        <p:spPr>
          <a:xfrm>
            <a:off x="8466086" y="3585352"/>
            <a:ext cx="120385" cy="120385"/>
          </a:xfrm>
          <a:prstGeom prst="ellipse">
            <a:avLst/>
          </a:prstGeom>
          <a:ln w="13970">
            <a:solidFill>
              <a:srgbClr val="E0A95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74660" y="4127276"/>
            <a:ext cx="89621" cy="89621"/>
          </a:xfrm>
          <a:prstGeom prst="ellipse">
            <a:avLst/>
          </a:prstGeom>
          <a:ln w="13970">
            <a:solidFill>
              <a:srgbClr val="C9A24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827838" y="4170073"/>
            <a:ext cx="108067" cy="108067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38" name="Shape 36"/>
          <p:cNvSpPr/>
          <p:nvPr/>
        </p:nvSpPr>
        <p:spPr>
          <a:xfrm rot="8580000">
            <a:off x="7963402" y="4032426"/>
            <a:ext cx="210015" cy="3621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9" name="Shape 37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ln w="19050">
            <a:solidFill>
              <a:srgbClr val="C9A24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20624" y="420624"/>
            <a:ext cx="8302752" cy="4302252"/>
          </a:xfrm>
          <a:prstGeom prst="rect">
            <a:avLst/>
          </a:prstGeom>
          <a:ln w="9525">
            <a:solidFill>
              <a:srgbClr val="E7CD8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374904" y="374904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2" name="Shape 40"/>
          <p:cNvSpPr/>
          <p:nvPr/>
        </p:nvSpPr>
        <p:spPr>
          <a:xfrm rot="2700000">
            <a:off x="8677656" y="374904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3" name="Shape 41"/>
          <p:cNvSpPr/>
          <p:nvPr/>
        </p:nvSpPr>
        <p:spPr>
          <a:xfrm rot="2700000">
            <a:off x="374904" y="4677156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4" name="Shape 42"/>
          <p:cNvSpPr/>
          <p:nvPr/>
        </p:nvSpPr>
        <p:spPr>
          <a:xfrm rot="2700000">
            <a:off x="8677656" y="4677156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5" name="Shape 43"/>
          <p:cNvSpPr/>
          <p:nvPr/>
        </p:nvSpPr>
        <p:spPr>
          <a:xfrm>
            <a:off x="1078992" y="877824"/>
            <a:ext cx="6986016" cy="3419856"/>
          </a:xfrm>
          <a:prstGeom prst="rect">
            <a:avLst/>
          </a:prstGeom>
          <a:solidFill>
            <a:srgbClr val="FBF6EA"/>
          </a:solidFill>
          <a:ln w="19050">
            <a:solidFill>
              <a:srgbClr val="C9A24B"/>
            </a:solidFill>
            <a:prstDash val="solid"/>
          </a:ln>
          <a:effectLst>
            <a:outerShdw sx="100000" sy="100000" kx="0" ky="0" algn="bl" rotWithShape="0" blurRad="152400" dist="63500" dir="5400000">
              <a:srgbClr val="06160E">
                <a:alpha val="3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1188720" y="987552"/>
            <a:ext cx="6766560" cy="3200400"/>
          </a:xfrm>
          <a:prstGeom prst="rect">
            <a:avLst/>
          </a:prstGeom>
          <a:ln w="9525">
            <a:solidFill>
              <a:srgbClr val="E7CD83"/>
            </a:solidFill>
            <a:prstDash val="solid"/>
          </a:ln>
        </p:spPr>
      </p:sp>
      <p:pic>
        <p:nvPicPr>
          <p:cNvPr id="4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1097280"/>
            <a:ext cx="621792" cy="621792"/>
          </a:xfrm>
          <a:prstGeom prst="rect">
            <a:avLst/>
          </a:prstGeom>
        </p:spPr>
      </p:pic>
      <p:sp>
        <p:nvSpPr>
          <p:cNvPr id="48" name="Text 45"/>
          <p:cNvSpPr/>
          <p:nvPr/>
        </p:nvSpPr>
        <p:spPr>
          <a:xfrm>
            <a:off x="1078992" y="1755648"/>
            <a:ext cx="69860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spc="200" kern="0" dirty="0">
                <a:solidFill>
                  <a:srgbClr val="A07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Happy Birthday</a:t>
            </a:r>
            <a:endParaRPr lang="en-US" sz="1700" dirty="0"/>
          </a:p>
        </p:txBody>
      </p:sp>
      <p:sp>
        <p:nvSpPr>
          <p:cNvPr id="49" name="Text 46"/>
          <p:cNvSpPr/>
          <p:nvPr/>
        </p:nvSpPr>
        <p:spPr>
          <a:xfrm>
            <a:off x="1078992" y="2066544"/>
            <a:ext cx="698601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13402D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田中 大輔</a:t>
            </a:r>
            <a:pPr algn="ctr" indent="0" marL="0">
              <a:buNone/>
            </a:pPr>
            <a:r>
              <a:rPr lang="en-US" sz="2500" dirty="0">
                <a:solidFill>
                  <a:srgbClr val="2E6B4F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  さん</a:t>
            </a:r>
            <a:endParaRPr lang="en-US" sz="5400" dirty="0"/>
          </a:p>
        </p:txBody>
      </p:sp>
      <p:sp>
        <p:nvSpPr>
          <p:cNvPr id="50" name="Shape 47"/>
          <p:cNvSpPr/>
          <p:nvPr/>
        </p:nvSpPr>
        <p:spPr>
          <a:xfrm rot="-5400000">
            <a:off x="1528877" y="2393899"/>
            <a:ext cx="234086" cy="135331"/>
          </a:xfrm>
          <a:prstGeom prst="ellipse">
            <a:avLst/>
          </a:prstGeom>
          <a:solidFill>
            <a:srgbClr val="E0A95C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 rot="-1080000">
            <a:off x="1640191" y="2474774"/>
            <a:ext cx="234086" cy="135331"/>
          </a:xfrm>
          <a:prstGeom prst="ellipse">
            <a:avLst/>
          </a:prstGeom>
          <a:solidFill>
            <a:srgbClr val="E0A95C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 rot="3240000">
            <a:off x="1597673" y="2605632"/>
            <a:ext cx="234086" cy="135331"/>
          </a:xfrm>
          <a:prstGeom prst="ellipse">
            <a:avLst/>
          </a:prstGeom>
          <a:solidFill>
            <a:srgbClr val="E0A95C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rot="7560000">
            <a:off x="1460081" y="2605632"/>
            <a:ext cx="234086" cy="135331"/>
          </a:xfrm>
          <a:prstGeom prst="ellipse">
            <a:avLst/>
          </a:prstGeom>
          <a:solidFill>
            <a:srgbClr val="E0A95C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 rot="11880000">
            <a:off x="1417562" y="2474774"/>
            <a:ext cx="234086" cy="135331"/>
          </a:xfrm>
          <a:prstGeom prst="ellipse">
            <a:avLst/>
          </a:prstGeom>
          <a:solidFill>
            <a:srgbClr val="E0A95C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580083" y="2512771"/>
            <a:ext cx="131674" cy="13167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56" name="Shape 53"/>
          <p:cNvSpPr/>
          <p:nvPr/>
        </p:nvSpPr>
        <p:spPr>
          <a:xfrm rot="-5400000">
            <a:off x="7381037" y="2393899"/>
            <a:ext cx="234086" cy="135331"/>
          </a:xfrm>
          <a:prstGeom prst="ellipse">
            <a:avLst/>
          </a:prstGeom>
          <a:solidFill>
            <a:srgbClr val="E0A95C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 rot="-1080000">
            <a:off x="7492351" y="2474774"/>
            <a:ext cx="234086" cy="135331"/>
          </a:xfrm>
          <a:prstGeom prst="ellipse">
            <a:avLst/>
          </a:prstGeom>
          <a:solidFill>
            <a:srgbClr val="E0A95C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 rot="3240000">
            <a:off x="7449833" y="2605632"/>
            <a:ext cx="234086" cy="135331"/>
          </a:xfrm>
          <a:prstGeom prst="ellipse">
            <a:avLst/>
          </a:prstGeom>
          <a:solidFill>
            <a:srgbClr val="E0A95C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 rot="7560000">
            <a:off x="7312241" y="2605632"/>
            <a:ext cx="234086" cy="135331"/>
          </a:xfrm>
          <a:prstGeom prst="ellipse">
            <a:avLst/>
          </a:prstGeom>
          <a:solidFill>
            <a:srgbClr val="E0A95C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 rot="11880000">
            <a:off x="7269722" y="2474774"/>
            <a:ext cx="234086" cy="135331"/>
          </a:xfrm>
          <a:prstGeom prst="ellipse">
            <a:avLst/>
          </a:prstGeom>
          <a:solidFill>
            <a:srgbClr val="E0A95C"/>
          </a:solidFill>
          <a:ln w="6350">
            <a:solidFill>
              <a:srgbClr val="A07E2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7432243" y="2512771"/>
            <a:ext cx="131674" cy="13167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62" name="Shape 59"/>
          <p:cNvSpPr/>
          <p:nvPr/>
        </p:nvSpPr>
        <p:spPr>
          <a:xfrm>
            <a:off x="3703320" y="3236976"/>
            <a:ext cx="749808" cy="0"/>
          </a:xfrm>
          <a:prstGeom prst="line">
            <a:avLst/>
          </a:prstGeom>
          <a:noFill/>
          <a:ln w="13970">
            <a:solidFill>
              <a:srgbClr val="C9A24B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4690872" y="3236976"/>
            <a:ext cx="749808" cy="0"/>
          </a:xfrm>
          <a:prstGeom prst="line">
            <a:avLst/>
          </a:prstGeom>
          <a:noFill/>
          <a:ln w="13970">
            <a:solidFill>
              <a:srgbClr val="C9A24B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 rot="2700000">
            <a:off x="4517136" y="3182112"/>
            <a:ext cx="109728" cy="109728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5" name="Shape 62"/>
          <p:cNvSpPr/>
          <p:nvPr/>
        </p:nvSpPr>
        <p:spPr>
          <a:xfrm>
            <a:off x="3657600" y="3214116"/>
            <a:ext cx="45720" cy="457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6" name="Shape 63"/>
          <p:cNvSpPr/>
          <p:nvPr/>
        </p:nvSpPr>
        <p:spPr>
          <a:xfrm>
            <a:off x="5440680" y="3214116"/>
            <a:ext cx="45720" cy="45720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67" name="Text 64"/>
          <p:cNvSpPr/>
          <p:nvPr/>
        </p:nvSpPr>
        <p:spPr>
          <a:xfrm>
            <a:off x="1078992" y="3346704"/>
            <a:ext cx="698601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spc="300" kern="0" dirty="0">
                <a:solidFill>
                  <a:srgbClr val="A07E2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AUGUST 27</a:t>
            </a:r>
            <a:endParaRPr lang="en-US" sz="1200" dirty="0"/>
          </a:p>
        </p:txBody>
      </p:sp>
      <p:sp>
        <p:nvSpPr>
          <p:cNvPr id="68" name="Text 65"/>
          <p:cNvSpPr/>
          <p:nvPr/>
        </p:nvSpPr>
        <p:spPr>
          <a:xfrm>
            <a:off x="1078992" y="3602736"/>
            <a:ext cx="698601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A07E2C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8月27日</a:t>
            </a:r>
            <a:endParaRPr lang="en-US" sz="3100" dirty="0"/>
          </a:p>
        </p:txBody>
      </p:sp>
      <p:sp>
        <p:nvSpPr>
          <p:cNvPr id="69" name="Text 66"/>
          <p:cNvSpPr/>
          <p:nvPr/>
        </p:nvSpPr>
        <p:spPr>
          <a:xfrm>
            <a:off x="457200" y="4718304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8C99B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静岡ままよろサロン　　第3742回 通常例会　　2026.8.22</a:t>
            </a:r>
            <a:endParaRPr lang="en-US" sz="1050" dirty="0"/>
          </a:p>
        </p:txBody>
      </p:sp>
      <p:sp>
        <p:nvSpPr>
          <p:cNvPr id="70" name="Text 67"/>
          <p:cNvSpPr/>
          <p:nvPr/>
        </p:nvSpPr>
        <p:spPr>
          <a:xfrm>
            <a:off x="7818120" y="4718304"/>
            <a:ext cx="868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D8C99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/ 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340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21945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2194560" y="31089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132320" y="3108960"/>
            <a:ext cx="4206240" cy="4206240"/>
          </a:xfrm>
          <a:prstGeom prst="ellipse">
            <a:avLst/>
          </a:prstGeom>
          <a:solidFill>
            <a:srgbClr val="0C2C1E">
              <a:alpha val="62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1554480" y="548640"/>
            <a:ext cx="6035040" cy="4023360"/>
          </a:xfrm>
          <a:prstGeom prst="ellipse">
            <a:avLst/>
          </a:prstGeom>
          <a:solidFill>
            <a:srgbClr val="2E6B4F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274320"/>
            <a:ext cx="8595360" cy="4594860"/>
          </a:xfrm>
          <a:prstGeom prst="rect">
            <a:avLst/>
          </a:prstGeom>
          <a:ln w="19050">
            <a:solidFill>
              <a:srgbClr val="C9A2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0624" y="420624"/>
            <a:ext cx="8302752" cy="4302252"/>
          </a:xfrm>
          <a:prstGeom prst="rect">
            <a:avLst/>
          </a:prstGeom>
          <a:ln w="9525">
            <a:solidFill>
              <a:srgbClr val="E7CD8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374904" y="374904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Shape 8"/>
          <p:cNvSpPr/>
          <p:nvPr/>
        </p:nvSpPr>
        <p:spPr>
          <a:xfrm rot="2700000">
            <a:off x="8677656" y="374904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1" name="Shape 9"/>
          <p:cNvSpPr/>
          <p:nvPr/>
        </p:nvSpPr>
        <p:spPr>
          <a:xfrm rot="2700000">
            <a:off x="374904" y="4677156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2" name="Shape 10"/>
          <p:cNvSpPr/>
          <p:nvPr/>
        </p:nvSpPr>
        <p:spPr>
          <a:xfrm rot="2700000">
            <a:off x="8677656" y="4677156"/>
            <a:ext cx="91440" cy="9144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3" name="Shape 11"/>
          <p:cNvSpPr/>
          <p:nvPr/>
        </p:nvSpPr>
        <p:spPr>
          <a:xfrm rot="120000">
            <a:off x="2644535" y="1018071"/>
            <a:ext cx="128151" cy="46955"/>
          </a:xfrm>
          <a:prstGeom prst="rect">
            <a:avLst/>
          </a:prstGeom>
          <a:solidFill>
            <a:srgbClr val="D98A78"/>
          </a:solidFill>
          <a:ln/>
        </p:spPr>
      </p:sp>
      <p:sp>
        <p:nvSpPr>
          <p:cNvPr id="14" name="Shape 12"/>
          <p:cNvSpPr/>
          <p:nvPr/>
        </p:nvSpPr>
        <p:spPr>
          <a:xfrm>
            <a:off x="1397058" y="756762"/>
            <a:ext cx="49841" cy="49841"/>
          </a:xfrm>
          <a:prstGeom prst="ellipse">
            <a:avLst/>
          </a:prstGeom>
          <a:solidFill>
            <a:srgbClr val="D38AA6"/>
          </a:solidFill>
          <a:ln/>
        </p:spPr>
      </p:sp>
      <p:sp>
        <p:nvSpPr>
          <p:cNvPr id="15" name="Shape 13"/>
          <p:cNvSpPr/>
          <p:nvPr/>
        </p:nvSpPr>
        <p:spPr>
          <a:xfrm>
            <a:off x="3275333" y="967885"/>
            <a:ext cx="75046" cy="75046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16" name="Shape 14"/>
          <p:cNvSpPr/>
          <p:nvPr/>
        </p:nvSpPr>
        <p:spPr>
          <a:xfrm rot="2040000">
            <a:off x="6712383" y="817693"/>
            <a:ext cx="103654" cy="103654"/>
          </a:xfrm>
          <a:prstGeom prst="rect">
            <a:avLst/>
          </a:prstGeom>
          <a:solidFill>
            <a:srgbClr val="E7CD83"/>
          </a:solidFill>
          <a:ln/>
        </p:spPr>
      </p:sp>
      <p:sp>
        <p:nvSpPr>
          <p:cNvPr id="17" name="Shape 15"/>
          <p:cNvSpPr/>
          <p:nvPr/>
        </p:nvSpPr>
        <p:spPr>
          <a:xfrm>
            <a:off x="6772764" y="1124674"/>
            <a:ext cx="107303" cy="107303"/>
          </a:xfrm>
          <a:prstGeom prst="ellipse">
            <a:avLst/>
          </a:prstGeom>
          <a:solidFill>
            <a:srgbClr val="D98A78"/>
          </a:solidFill>
          <a:ln/>
        </p:spPr>
      </p:sp>
      <p:sp>
        <p:nvSpPr>
          <p:cNvPr id="18" name="Shape 16"/>
          <p:cNvSpPr/>
          <p:nvPr/>
        </p:nvSpPr>
        <p:spPr>
          <a:xfrm>
            <a:off x="2235220" y="794831"/>
            <a:ext cx="64770" cy="64770"/>
          </a:xfrm>
          <a:prstGeom prst="ellipse">
            <a:avLst/>
          </a:prstGeom>
          <a:solidFill>
            <a:srgbClr val="D38AA6"/>
          </a:solidFill>
          <a:ln/>
        </p:spPr>
      </p:sp>
      <p:sp>
        <p:nvSpPr>
          <p:cNvPr id="19" name="Shape 17"/>
          <p:cNvSpPr/>
          <p:nvPr/>
        </p:nvSpPr>
        <p:spPr>
          <a:xfrm>
            <a:off x="2497949" y="945044"/>
            <a:ext cx="87221" cy="87221"/>
          </a:xfrm>
          <a:prstGeom prst="ellipse">
            <a:avLst/>
          </a:prstGeom>
          <a:ln w="13970">
            <a:solidFill>
              <a:srgbClr val="FBF6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6360000">
            <a:off x="7119042" y="813867"/>
            <a:ext cx="218219" cy="37073"/>
          </a:xfrm>
          <a:prstGeom prst="rect">
            <a:avLst/>
          </a:prstGeom>
          <a:solidFill>
            <a:srgbClr val="D98A78"/>
          </a:solidFill>
          <a:ln/>
        </p:spPr>
      </p:sp>
      <p:sp>
        <p:nvSpPr>
          <p:cNvPr id="21" name="Shape 19"/>
          <p:cNvSpPr/>
          <p:nvPr/>
        </p:nvSpPr>
        <p:spPr>
          <a:xfrm>
            <a:off x="6731293" y="794024"/>
            <a:ext cx="87093" cy="87093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2" name="Shape 20"/>
          <p:cNvSpPr/>
          <p:nvPr/>
        </p:nvSpPr>
        <p:spPr>
          <a:xfrm rot="7500000">
            <a:off x="8515497" y="851344"/>
            <a:ext cx="225600" cy="41140"/>
          </a:xfrm>
          <a:prstGeom prst="rect">
            <a:avLst/>
          </a:prstGeom>
          <a:solidFill>
            <a:srgbClr val="E7CD83"/>
          </a:solidFill>
          <a:ln/>
        </p:spPr>
      </p:sp>
      <p:sp>
        <p:nvSpPr>
          <p:cNvPr id="23" name="Shape 21"/>
          <p:cNvSpPr/>
          <p:nvPr/>
        </p:nvSpPr>
        <p:spPr>
          <a:xfrm rot="900000">
            <a:off x="2596062" y="979005"/>
            <a:ext cx="145777" cy="45556"/>
          </a:xfrm>
          <a:prstGeom prst="rect">
            <a:avLst/>
          </a:prstGeom>
          <a:solidFill>
            <a:srgbClr val="D98A78"/>
          </a:solidFill>
          <a:ln/>
        </p:spPr>
      </p:sp>
      <p:sp>
        <p:nvSpPr>
          <p:cNvPr id="24" name="Shape 22"/>
          <p:cNvSpPr/>
          <p:nvPr/>
        </p:nvSpPr>
        <p:spPr>
          <a:xfrm>
            <a:off x="2763927" y="906747"/>
            <a:ext cx="100034" cy="100034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25" name="Shape 23"/>
          <p:cNvSpPr/>
          <p:nvPr/>
        </p:nvSpPr>
        <p:spPr>
          <a:xfrm rot="3840000">
            <a:off x="1086784" y="1001394"/>
            <a:ext cx="90551" cy="90551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26" name="Shape 24"/>
          <p:cNvSpPr/>
          <p:nvPr/>
        </p:nvSpPr>
        <p:spPr>
          <a:xfrm>
            <a:off x="634284" y="1141897"/>
            <a:ext cx="82417" cy="82417"/>
          </a:xfrm>
          <a:prstGeom prst="ellipse">
            <a:avLst/>
          </a:prstGeom>
          <a:solidFill>
            <a:srgbClr val="D38AA6"/>
          </a:solidFill>
          <a:ln/>
        </p:spPr>
      </p:sp>
      <p:sp>
        <p:nvSpPr>
          <p:cNvPr id="27" name="Shape 25"/>
          <p:cNvSpPr/>
          <p:nvPr/>
        </p:nvSpPr>
        <p:spPr>
          <a:xfrm>
            <a:off x="6939946" y="1104858"/>
            <a:ext cx="71941" cy="71941"/>
          </a:xfrm>
          <a:prstGeom prst="ellipse">
            <a:avLst/>
          </a:prstGeom>
          <a:solidFill>
            <a:srgbClr val="C9A24B"/>
          </a:solidFill>
          <a:ln/>
        </p:spPr>
      </p:sp>
      <p:sp>
        <p:nvSpPr>
          <p:cNvPr id="28" name="Shape 26"/>
          <p:cNvSpPr/>
          <p:nvPr/>
        </p:nvSpPr>
        <p:spPr>
          <a:xfrm>
            <a:off x="6120584" y="819644"/>
            <a:ext cx="74125" cy="74125"/>
          </a:xfrm>
          <a:prstGeom prst="ellipse">
            <a:avLst/>
          </a:prstGeom>
          <a:solidFill>
            <a:srgbClr val="E0A95C"/>
          </a:solidFill>
          <a:ln/>
        </p:spPr>
      </p:sp>
      <p:sp>
        <p:nvSpPr>
          <p:cNvPr id="29" name="Shape 27"/>
          <p:cNvSpPr/>
          <p:nvPr/>
        </p:nvSpPr>
        <p:spPr>
          <a:xfrm>
            <a:off x="656887" y="1084842"/>
            <a:ext cx="91987" cy="91987"/>
          </a:xfrm>
          <a:prstGeom prst="ellipse">
            <a:avLst/>
          </a:prstGeom>
          <a:solidFill>
            <a:srgbClr val="E0A95C"/>
          </a:solidFill>
          <a:ln/>
        </p:spPr>
      </p:sp>
      <p:sp>
        <p:nvSpPr>
          <p:cNvPr id="30" name="Shape 28"/>
          <p:cNvSpPr/>
          <p:nvPr/>
        </p:nvSpPr>
        <p:spPr>
          <a:xfrm>
            <a:off x="1807095" y="3138053"/>
            <a:ext cx="97269" cy="97269"/>
          </a:xfrm>
          <a:prstGeom prst="ellipse">
            <a:avLst/>
          </a:prstGeom>
          <a:ln w="13970">
            <a:solidFill>
              <a:srgbClr val="D38AA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3840000">
            <a:off x="599097" y="3415203"/>
            <a:ext cx="151670" cy="50144"/>
          </a:xfrm>
          <a:prstGeom prst="rect">
            <a:avLst/>
          </a:prstGeom>
          <a:solidFill>
            <a:srgbClr val="D98A78"/>
          </a:solidFill>
          <a:ln/>
        </p:spPr>
      </p:sp>
      <p:sp>
        <p:nvSpPr>
          <p:cNvPr id="32" name="Shape 30"/>
          <p:cNvSpPr/>
          <p:nvPr/>
        </p:nvSpPr>
        <p:spPr>
          <a:xfrm rot="840000">
            <a:off x="581926" y="2530630"/>
            <a:ext cx="76179" cy="76179"/>
          </a:xfrm>
          <a:prstGeom prst="rect">
            <a:avLst/>
          </a:prstGeom>
          <a:solidFill>
            <a:srgbClr val="E7CD83"/>
          </a:solidFill>
          <a:ln/>
        </p:spPr>
      </p:sp>
      <p:sp>
        <p:nvSpPr>
          <p:cNvPr id="33" name="Shape 31"/>
          <p:cNvSpPr/>
          <p:nvPr/>
        </p:nvSpPr>
        <p:spPr>
          <a:xfrm rot="4500000">
            <a:off x="1208546" y="3030368"/>
            <a:ext cx="86872" cy="8687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4" name="Shape 32"/>
          <p:cNvSpPr/>
          <p:nvPr/>
        </p:nvSpPr>
        <p:spPr>
          <a:xfrm>
            <a:off x="1472662" y="2744531"/>
            <a:ext cx="109270" cy="109270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35" name="Shape 33"/>
          <p:cNvSpPr/>
          <p:nvPr/>
        </p:nvSpPr>
        <p:spPr>
          <a:xfrm>
            <a:off x="1148845" y="2542401"/>
            <a:ext cx="122841" cy="122841"/>
          </a:xfrm>
          <a:prstGeom prst="ellipse">
            <a:avLst/>
          </a:prstGeom>
          <a:ln w="13970">
            <a:solidFill>
              <a:srgbClr val="D38AA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589526" y="3255870"/>
            <a:ext cx="128025" cy="128025"/>
          </a:xfrm>
          <a:prstGeom prst="ellipse">
            <a:avLst/>
          </a:prstGeom>
          <a:ln w="13970">
            <a:solidFill>
              <a:srgbClr val="E7CD8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535448" y="3728174"/>
            <a:ext cx="68480" cy="68480"/>
          </a:xfrm>
          <a:prstGeom prst="ellipse">
            <a:avLst/>
          </a:prstGeom>
          <a:solidFill>
            <a:srgbClr val="D98A78"/>
          </a:solidFill>
          <a:ln/>
        </p:spPr>
      </p:sp>
      <p:sp>
        <p:nvSpPr>
          <p:cNvPr id="38" name="Shape 36"/>
          <p:cNvSpPr/>
          <p:nvPr/>
        </p:nvSpPr>
        <p:spPr>
          <a:xfrm rot="1560000">
            <a:off x="8449544" y="2944991"/>
            <a:ext cx="111270" cy="11127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9" name="Shape 37"/>
          <p:cNvSpPr/>
          <p:nvPr/>
        </p:nvSpPr>
        <p:spPr>
          <a:xfrm>
            <a:off x="7286081" y="3006778"/>
            <a:ext cx="107150" cy="107150"/>
          </a:xfrm>
          <a:prstGeom prst="ellipse">
            <a:avLst/>
          </a:prstGeom>
          <a:ln w="13970">
            <a:solidFill>
              <a:srgbClr val="C9A24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380000">
            <a:off x="7756995" y="3348050"/>
            <a:ext cx="244962" cy="38414"/>
          </a:xfrm>
          <a:prstGeom prst="rect">
            <a:avLst/>
          </a:prstGeom>
          <a:solidFill>
            <a:srgbClr val="E0A95C"/>
          </a:solidFill>
          <a:ln/>
        </p:spPr>
      </p:sp>
      <p:sp>
        <p:nvSpPr>
          <p:cNvPr id="41" name="Shape 39"/>
          <p:cNvSpPr/>
          <p:nvPr/>
        </p:nvSpPr>
        <p:spPr>
          <a:xfrm rot="7980000">
            <a:off x="7587810" y="1487981"/>
            <a:ext cx="188062" cy="34983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42" name="Shape 40"/>
          <p:cNvSpPr/>
          <p:nvPr/>
        </p:nvSpPr>
        <p:spPr>
          <a:xfrm>
            <a:off x="7775608" y="2199452"/>
            <a:ext cx="96819" cy="96819"/>
          </a:xfrm>
          <a:prstGeom prst="ellipse">
            <a:avLst/>
          </a:prstGeom>
          <a:solidFill>
            <a:srgbClr val="FBF6EA"/>
          </a:solidFill>
          <a:ln/>
        </p:spPr>
      </p:sp>
      <p:sp>
        <p:nvSpPr>
          <p:cNvPr id="43" name="Shape 41"/>
          <p:cNvSpPr/>
          <p:nvPr/>
        </p:nvSpPr>
        <p:spPr>
          <a:xfrm rot="-5400000">
            <a:off x="704820" y="637520"/>
            <a:ext cx="327721" cy="18946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44" name="Shape 42"/>
          <p:cNvSpPr/>
          <p:nvPr/>
        </p:nvSpPr>
        <p:spPr>
          <a:xfrm rot="-1080000">
            <a:off x="860660" y="750744"/>
            <a:ext cx="327721" cy="18946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45" name="Shape 43"/>
          <p:cNvSpPr/>
          <p:nvPr/>
        </p:nvSpPr>
        <p:spPr>
          <a:xfrm rot="3240000">
            <a:off x="801134" y="933946"/>
            <a:ext cx="327721" cy="18946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46" name="Shape 44"/>
          <p:cNvSpPr/>
          <p:nvPr/>
        </p:nvSpPr>
        <p:spPr>
          <a:xfrm rot="7560000">
            <a:off x="608505" y="933946"/>
            <a:ext cx="327721" cy="18946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47" name="Shape 45"/>
          <p:cNvSpPr/>
          <p:nvPr/>
        </p:nvSpPr>
        <p:spPr>
          <a:xfrm rot="11880000">
            <a:off x="548979" y="750744"/>
            <a:ext cx="327721" cy="18946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48" name="Shape 46"/>
          <p:cNvSpPr/>
          <p:nvPr/>
        </p:nvSpPr>
        <p:spPr>
          <a:xfrm>
            <a:off x="776508" y="803940"/>
            <a:ext cx="184343" cy="184343"/>
          </a:xfrm>
          <a:prstGeom prst="ellipse">
            <a:avLst/>
          </a:prstGeom>
          <a:solidFill>
            <a:srgbClr val="D98A78"/>
          </a:solidFill>
          <a:ln/>
        </p:spPr>
      </p:sp>
      <p:sp>
        <p:nvSpPr>
          <p:cNvPr id="49" name="Shape 47"/>
          <p:cNvSpPr/>
          <p:nvPr/>
        </p:nvSpPr>
        <p:spPr>
          <a:xfrm rot="-5400000">
            <a:off x="8111460" y="637520"/>
            <a:ext cx="327721" cy="18946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50" name="Shape 48"/>
          <p:cNvSpPr/>
          <p:nvPr/>
        </p:nvSpPr>
        <p:spPr>
          <a:xfrm rot="-1080000">
            <a:off x="8267300" y="750744"/>
            <a:ext cx="327721" cy="18946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51" name="Shape 49"/>
          <p:cNvSpPr/>
          <p:nvPr/>
        </p:nvSpPr>
        <p:spPr>
          <a:xfrm rot="3240000">
            <a:off x="8207774" y="933946"/>
            <a:ext cx="327721" cy="18946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52" name="Shape 50"/>
          <p:cNvSpPr/>
          <p:nvPr/>
        </p:nvSpPr>
        <p:spPr>
          <a:xfrm rot="7560000">
            <a:off x="8015145" y="933946"/>
            <a:ext cx="327721" cy="18946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53" name="Shape 51"/>
          <p:cNvSpPr/>
          <p:nvPr/>
        </p:nvSpPr>
        <p:spPr>
          <a:xfrm rot="11880000">
            <a:off x="7955619" y="750744"/>
            <a:ext cx="327721" cy="189464"/>
          </a:xfrm>
          <a:prstGeom prst="ellipse">
            <a:avLst/>
          </a:prstGeom>
          <a:solidFill>
            <a:srgbClr val="E7CD83"/>
          </a:solidFill>
          <a:ln/>
        </p:spPr>
      </p:sp>
      <p:sp>
        <p:nvSpPr>
          <p:cNvPr id="54" name="Shape 52"/>
          <p:cNvSpPr/>
          <p:nvPr/>
        </p:nvSpPr>
        <p:spPr>
          <a:xfrm>
            <a:off x="8183148" y="803940"/>
            <a:ext cx="184343" cy="184343"/>
          </a:xfrm>
          <a:prstGeom prst="ellipse">
            <a:avLst/>
          </a:prstGeom>
          <a:solidFill>
            <a:srgbClr val="E0A95C"/>
          </a:solidFill>
          <a:ln/>
        </p:spPr>
      </p:sp>
      <p:sp>
        <p:nvSpPr>
          <p:cNvPr id="55" name="Shape 53"/>
          <p:cNvSpPr/>
          <p:nvPr/>
        </p:nvSpPr>
        <p:spPr>
          <a:xfrm rot="5400000">
            <a:off x="4297680" y="612648"/>
            <a:ext cx="274320" cy="274320"/>
          </a:xfrm>
          <a:prstGeom prst="triangle">
            <a:avLst/>
          </a:prstGeom>
          <a:solidFill>
            <a:srgbClr val="C9A24B"/>
          </a:solidFill>
          <a:ln/>
        </p:spPr>
      </p:sp>
      <p:sp>
        <p:nvSpPr>
          <p:cNvPr id="56" name="Shape 54"/>
          <p:cNvSpPr/>
          <p:nvPr/>
        </p:nvSpPr>
        <p:spPr>
          <a:xfrm rot="16200000">
            <a:off x="4572000" y="612648"/>
            <a:ext cx="274320" cy="274320"/>
          </a:xfrm>
          <a:prstGeom prst="triangle">
            <a:avLst/>
          </a:prstGeom>
          <a:solidFill>
            <a:srgbClr val="C9A24B"/>
          </a:solidFill>
          <a:ln/>
        </p:spPr>
      </p:sp>
      <p:sp>
        <p:nvSpPr>
          <p:cNvPr id="57" name="Shape 55"/>
          <p:cNvSpPr/>
          <p:nvPr/>
        </p:nvSpPr>
        <p:spPr>
          <a:xfrm rot="1320000">
            <a:off x="4552798" y="790956"/>
            <a:ext cx="38405" cy="19202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8" name="Shape 56"/>
          <p:cNvSpPr/>
          <p:nvPr/>
        </p:nvSpPr>
        <p:spPr>
          <a:xfrm rot="-1320000">
            <a:off x="4552798" y="790956"/>
            <a:ext cx="38405" cy="19202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9" name="Shape 57"/>
          <p:cNvSpPr/>
          <p:nvPr/>
        </p:nvSpPr>
        <p:spPr>
          <a:xfrm>
            <a:off x="4528109" y="694944"/>
            <a:ext cx="87782" cy="109728"/>
          </a:xfrm>
          <a:prstGeom prst="ellipse">
            <a:avLst/>
          </a:prstGeom>
          <a:solidFill>
            <a:srgbClr val="A07E2C"/>
          </a:solidFill>
          <a:ln/>
        </p:spPr>
      </p:sp>
      <p:sp>
        <p:nvSpPr>
          <p:cNvPr id="60" name="Text 58"/>
          <p:cNvSpPr/>
          <p:nvPr/>
        </p:nvSpPr>
        <p:spPr>
          <a:xfrm>
            <a:off x="457200" y="950976"/>
            <a:ext cx="822960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25400" dir="5400000">
              <a:srgbClr val="06160E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i="1" dirty="0">
                <a:solidFill>
                  <a:srgbClr val="E7CD8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Congratulations!</a:t>
            </a:r>
            <a:endParaRPr lang="en-US" sz="4400" dirty="0"/>
          </a:p>
        </p:txBody>
      </p:sp>
      <p:sp>
        <p:nvSpPr>
          <p:cNvPr id="61" name="Text 59"/>
          <p:cNvSpPr/>
          <p:nvPr/>
        </p:nvSpPr>
        <p:spPr>
          <a:xfrm>
            <a:off x="457200" y="175564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spc="100" kern="0" dirty="0">
                <a:solidFill>
                  <a:srgbClr val="FBF6EA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8月生まれのみなさま、おめでとうございます</a:t>
            </a:r>
            <a:endParaRPr lang="en-US" sz="2100" dirty="0"/>
          </a:p>
        </p:txBody>
      </p:sp>
      <p:sp>
        <p:nvSpPr>
          <p:cNvPr id="62" name="Shape 60"/>
          <p:cNvSpPr/>
          <p:nvPr/>
        </p:nvSpPr>
        <p:spPr>
          <a:xfrm>
            <a:off x="731520" y="2395728"/>
            <a:ext cx="2377440" cy="1700784"/>
          </a:xfrm>
          <a:prstGeom prst="rect">
            <a:avLst/>
          </a:prstGeom>
          <a:solidFill>
            <a:srgbClr val="FBF6EA"/>
          </a:solidFill>
          <a:ln w="16510">
            <a:solidFill>
              <a:srgbClr val="C9A24B"/>
            </a:solidFill>
            <a:prstDash val="solid"/>
          </a:ln>
          <a:effectLst>
            <a:outerShdw sx="100000" sy="100000" kx="0" ky="0" algn="bl" rotWithShape="0" blurRad="152400" dist="63500" dir="5400000">
              <a:srgbClr val="06160E">
                <a:alpha val="38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822960" y="2487168"/>
            <a:ext cx="2194560" cy="1517904"/>
          </a:xfrm>
          <a:prstGeom prst="rect">
            <a:avLst/>
          </a:prstGeom>
          <a:ln w="7620">
            <a:solidFill>
              <a:srgbClr val="E7CD83"/>
            </a:solidFill>
            <a:prstDash val="solid"/>
          </a:ln>
        </p:spPr>
      </p:sp>
      <p:pic>
        <p:nvPicPr>
          <p:cNvPr id="6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352" y="2578608"/>
            <a:ext cx="493776" cy="493776"/>
          </a:xfrm>
          <a:prstGeom prst="rect">
            <a:avLst/>
          </a:prstGeom>
        </p:spPr>
      </p:pic>
      <p:sp>
        <p:nvSpPr>
          <p:cNvPr id="65" name="Text 62"/>
          <p:cNvSpPr/>
          <p:nvPr/>
        </p:nvSpPr>
        <p:spPr>
          <a:xfrm>
            <a:off x="731520" y="3108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3402D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佐藤 健一</a:t>
            </a:r>
            <a:endParaRPr lang="en-US" sz="2300" dirty="0"/>
          </a:p>
        </p:txBody>
      </p:sp>
      <p:sp>
        <p:nvSpPr>
          <p:cNvPr id="66" name="Shape 63"/>
          <p:cNvSpPr/>
          <p:nvPr/>
        </p:nvSpPr>
        <p:spPr>
          <a:xfrm rot="2700000">
            <a:off x="1879092" y="3584448"/>
            <a:ext cx="82296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7" name="Text 64"/>
          <p:cNvSpPr/>
          <p:nvPr/>
        </p:nvSpPr>
        <p:spPr>
          <a:xfrm>
            <a:off x="73152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07E2C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8月5日</a:t>
            </a:r>
            <a:endParaRPr lang="en-US" sz="1700" dirty="0"/>
          </a:p>
        </p:txBody>
      </p:sp>
      <p:sp>
        <p:nvSpPr>
          <p:cNvPr id="68" name="Shape 65"/>
          <p:cNvSpPr/>
          <p:nvPr/>
        </p:nvSpPr>
        <p:spPr>
          <a:xfrm>
            <a:off x="3383280" y="2395728"/>
            <a:ext cx="2377440" cy="1700784"/>
          </a:xfrm>
          <a:prstGeom prst="rect">
            <a:avLst/>
          </a:prstGeom>
          <a:solidFill>
            <a:srgbClr val="FBF6EA"/>
          </a:solidFill>
          <a:ln w="16510">
            <a:solidFill>
              <a:srgbClr val="C9A24B"/>
            </a:solidFill>
            <a:prstDash val="solid"/>
          </a:ln>
          <a:effectLst>
            <a:outerShdw sx="100000" sy="100000" kx="0" ky="0" algn="bl" rotWithShape="0" blurRad="152400" dist="63500" dir="5400000">
              <a:srgbClr val="06160E">
                <a:alpha val="38000"/>
              </a:srgbClr>
            </a:outerShdw>
          </a:effectLst>
        </p:spPr>
      </p:sp>
      <p:sp>
        <p:nvSpPr>
          <p:cNvPr id="69" name="Shape 66"/>
          <p:cNvSpPr/>
          <p:nvPr/>
        </p:nvSpPr>
        <p:spPr>
          <a:xfrm>
            <a:off x="3474720" y="2487168"/>
            <a:ext cx="2194560" cy="1517904"/>
          </a:xfrm>
          <a:prstGeom prst="rect">
            <a:avLst/>
          </a:prstGeom>
          <a:ln w="7620">
            <a:solidFill>
              <a:srgbClr val="E7CD83"/>
            </a:solidFill>
            <a:prstDash val="solid"/>
          </a:ln>
        </p:spPr>
      </p:sp>
      <p:pic>
        <p:nvPicPr>
          <p:cNvPr id="7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5112" y="2578608"/>
            <a:ext cx="493776" cy="493776"/>
          </a:xfrm>
          <a:prstGeom prst="rect">
            <a:avLst/>
          </a:prstGeom>
        </p:spPr>
      </p:pic>
      <p:sp>
        <p:nvSpPr>
          <p:cNvPr id="71" name="Text 67"/>
          <p:cNvSpPr/>
          <p:nvPr/>
        </p:nvSpPr>
        <p:spPr>
          <a:xfrm>
            <a:off x="3383280" y="3108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3402D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鈴木 美咲</a:t>
            </a:r>
            <a:endParaRPr lang="en-US" sz="2300" dirty="0"/>
          </a:p>
        </p:txBody>
      </p:sp>
      <p:sp>
        <p:nvSpPr>
          <p:cNvPr id="72" name="Shape 68"/>
          <p:cNvSpPr/>
          <p:nvPr/>
        </p:nvSpPr>
        <p:spPr>
          <a:xfrm rot="2700000">
            <a:off x="4530852" y="3584448"/>
            <a:ext cx="82296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3" name="Text 69"/>
          <p:cNvSpPr/>
          <p:nvPr/>
        </p:nvSpPr>
        <p:spPr>
          <a:xfrm>
            <a:off x="338328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07E2C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8月14日</a:t>
            </a:r>
            <a:endParaRPr lang="en-US" sz="1700" dirty="0"/>
          </a:p>
        </p:txBody>
      </p:sp>
      <p:sp>
        <p:nvSpPr>
          <p:cNvPr id="74" name="Shape 70"/>
          <p:cNvSpPr/>
          <p:nvPr/>
        </p:nvSpPr>
        <p:spPr>
          <a:xfrm>
            <a:off x="6035040" y="2395728"/>
            <a:ext cx="2377440" cy="1700784"/>
          </a:xfrm>
          <a:prstGeom prst="rect">
            <a:avLst/>
          </a:prstGeom>
          <a:solidFill>
            <a:srgbClr val="FBF6EA"/>
          </a:solidFill>
          <a:ln w="16510">
            <a:solidFill>
              <a:srgbClr val="C9A24B"/>
            </a:solidFill>
            <a:prstDash val="solid"/>
          </a:ln>
          <a:effectLst>
            <a:outerShdw sx="100000" sy="100000" kx="0" ky="0" algn="bl" rotWithShape="0" blurRad="152400" dist="63500" dir="5400000">
              <a:srgbClr val="06160E">
                <a:alpha val="38000"/>
              </a:srgbClr>
            </a:outerShdw>
          </a:effectLst>
        </p:spPr>
      </p:sp>
      <p:sp>
        <p:nvSpPr>
          <p:cNvPr id="75" name="Shape 71"/>
          <p:cNvSpPr/>
          <p:nvPr/>
        </p:nvSpPr>
        <p:spPr>
          <a:xfrm>
            <a:off x="6126480" y="2487168"/>
            <a:ext cx="2194560" cy="1517904"/>
          </a:xfrm>
          <a:prstGeom prst="rect">
            <a:avLst/>
          </a:prstGeom>
          <a:ln w="7620">
            <a:solidFill>
              <a:srgbClr val="E7CD83"/>
            </a:solidFill>
            <a:prstDash val="solid"/>
          </a:ln>
        </p:spPr>
      </p:sp>
      <p:pic>
        <p:nvPicPr>
          <p:cNvPr id="7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6872" y="2578608"/>
            <a:ext cx="493776" cy="493776"/>
          </a:xfrm>
          <a:prstGeom prst="rect">
            <a:avLst/>
          </a:prstGeom>
        </p:spPr>
      </p:pic>
      <p:sp>
        <p:nvSpPr>
          <p:cNvPr id="77" name="Text 72"/>
          <p:cNvSpPr/>
          <p:nvPr/>
        </p:nvSpPr>
        <p:spPr>
          <a:xfrm>
            <a:off x="6035040" y="31089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300" dirty="0">
                <a:solidFill>
                  <a:srgbClr val="13402D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田中 大輔</a:t>
            </a:r>
            <a:endParaRPr lang="en-US" sz="2300" dirty="0"/>
          </a:p>
        </p:txBody>
      </p:sp>
      <p:sp>
        <p:nvSpPr>
          <p:cNvPr id="78" name="Shape 73"/>
          <p:cNvSpPr/>
          <p:nvPr/>
        </p:nvSpPr>
        <p:spPr>
          <a:xfrm rot="2700000">
            <a:off x="7182612" y="3584448"/>
            <a:ext cx="82296" cy="82296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9" name="Text 74"/>
          <p:cNvSpPr/>
          <p:nvPr/>
        </p:nvSpPr>
        <p:spPr>
          <a:xfrm>
            <a:off x="6035040" y="36576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07E2C"/>
                </a:solidFill>
                <a:latin typeface="游明朝" pitchFamily="34" charset="0"/>
                <a:ea typeface="游明朝" pitchFamily="34" charset="-122"/>
                <a:cs typeface="游明朝" pitchFamily="34" charset="-120"/>
              </a:rPr>
              <a:t>8月27日</a:t>
            </a:r>
            <a:endParaRPr lang="en-US" sz="1700" dirty="0"/>
          </a:p>
        </p:txBody>
      </p:sp>
      <p:sp>
        <p:nvSpPr>
          <p:cNvPr id="80" name="Text 75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BF6E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第3742回　通常例会　／　</a:t>
            </a:r>
            <a:pPr algn="ctr" indent="0" marL="0">
              <a:buNone/>
            </a:pPr>
            <a:r>
              <a:rPr lang="en-US" sz="1250" dirty="0">
                <a:solidFill>
                  <a:srgbClr val="FBF6EA"/>
                </a:solidFill>
                <a:latin typeface="游ゴシック" pitchFamily="34" charset="0"/>
                <a:ea typeface="游ゴシック" pitchFamily="34" charset="-122"/>
                <a:cs typeface="游ゴシック" pitchFamily="34" charset="-120"/>
              </a:rPr>
              <a:t>2026年8月22日（土）　／　会場：グランディエール ブケトーカイ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8月のお誕生日お祝い｜第3742回 通常例会</dc:title>
  <dc:subject>PptxGenJS Presentation</dc:subject>
  <dc:creator>株式会社ままよろ</dc:creator>
  <cp:lastModifiedBy>株式会社ままよろ</cp:lastModifiedBy>
  <cp:revision>1</cp:revision>
  <dcterms:created xsi:type="dcterms:W3CDTF">2026-06-17T21:09:38Z</dcterms:created>
  <dcterms:modified xsi:type="dcterms:W3CDTF">2026-06-17T21:09:38Z</dcterms:modified>
</cp:coreProperties>
</file>
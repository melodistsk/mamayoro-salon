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D488"/>
                </a:solidFill>
                <a:latin typeface="游ゴシック"/>
              </a:rPr>
              <a:t>静岡ロータリークラブ ・ 第3742回 例会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7C477"/>
                </a:solidFill>
                <a:latin typeface="游明朝"/>
              </a:rPr>
              <a:t>11月のお祝い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2103120" cy="32004"/>
          </a:xfrm>
          <a:prstGeom prst="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53328" y="2560320"/>
            <a:ext cx="12801" cy="1335024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お誕生日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706624"/>
            <a:ext cx="3063240" cy="11887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91256"/>
            <a:ext cx="841248" cy="384048"/>
          </a:xfrm>
          <a:prstGeom prst="round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408"/>
                </a:solidFill>
                <a:latin typeface="Consolas"/>
              </a:rPr>
              <a:t>11/9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3136392"/>
            <a:ext cx="4297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7F1E2"/>
                </a:solidFill>
                <a:latin typeface="游明朝"/>
              </a:rPr>
              <a:t>中村 蓮</a:t>
            </a:r>
            <a:r>
              <a:rPr sz="1700" b="0">
                <a:solidFill>
                  <a:srgbClr val="F0D488"/>
                </a:solidFill>
                <a:latin typeface="游ゴシック"/>
              </a:rPr>
              <a:t>  さん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ご結婚記念日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5592" y="2706624"/>
            <a:ext cx="3063240" cy="11887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3191256"/>
            <a:ext cx="841248" cy="384048"/>
          </a:xfrm>
          <a:prstGeom prst="round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408"/>
                </a:solidFill>
                <a:latin typeface="Consolas"/>
              </a:rPr>
              <a:t>11/20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3136392"/>
            <a:ext cx="4297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7F1E2"/>
                </a:solidFill>
                <a:latin typeface="游明朝"/>
              </a:rPr>
              <a:t>山本 彩</a:t>
            </a:r>
            <a:r>
              <a:rPr sz="1700" b="0">
                <a:solidFill>
                  <a:srgbClr val="F0D488"/>
                </a:solidFill>
                <a:latin typeface="游ゴシック"/>
              </a:rPr>
              <a:t>  ・ 山本 翔 さん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64224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6AE9C"/>
                </a:solidFill>
                <a:latin typeface="游ゴシック"/>
              </a:rPr>
              <a:t>2026.08.22 ｜ グランディエール ブケトーカイ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
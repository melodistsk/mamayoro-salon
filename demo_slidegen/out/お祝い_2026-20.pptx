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D488"/>
                </a:solidFill>
                <a:latin typeface="游ゴシック"/>
              </a:rPr>
              <a:t>静岡ロータリークラブ ・ 第3742回 例会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E7C477"/>
                </a:solidFill>
                <a:latin typeface="游明朝"/>
              </a:rPr>
              <a:t>20月のお祝い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0D488"/>
                </a:solidFill>
                <a:latin typeface="游ゴシック"/>
              </a:rPr>
              <a:t>お誕生日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2724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6AE9C"/>
                </a:solidFill>
                <a:latin typeface="游明朝"/>
              </a:rPr>
              <a:t>— 今月は該当なし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24688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0D488"/>
                </a:solidFill>
                <a:latin typeface="游ゴシック"/>
              </a:rPr>
              <a:t>ご結婚記念日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312724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6AE9C"/>
                </a:solidFill>
                <a:latin typeface="游明朝"/>
              </a:rPr>
              <a:t>— 今月は該当なし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6AE9C"/>
                </a:solidFill>
                <a:latin typeface="游ゴシック"/>
              </a:rPr>
              <a:t>2026.20.22 ｜ グランディエール ブケトーカイ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
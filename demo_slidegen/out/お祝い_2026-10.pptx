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D488"/>
                </a:solidFill>
                <a:latin typeface="游ゴシック"/>
              </a:rPr>
              <a:t>静岡ロータリークラブ ・ 第3742回 例会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3268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7C477"/>
                </a:solidFill>
                <a:latin typeface="游明朝"/>
              </a:rPr>
              <a:t>10月のお祝い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38528"/>
            <a:ext cx="2103120" cy="32004"/>
          </a:xfrm>
          <a:prstGeom prst="rect">
            <a:avLst/>
          </a:prstGeom>
          <a:solidFill>
            <a:srgbClr val="E7C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3328" y="2560320"/>
            <a:ext cx="12801" cy="1335024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お誕生日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706624"/>
            <a:ext cx="3063240" cy="11887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9125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6AE9C"/>
                </a:solidFill>
                <a:latin typeface="游明朝"/>
              </a:rPr>
              <a:t>— 今月は該当なし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D488"/>
                </a:solidFill>
                <a:latin typeface="游ゴシック"/>
              </a:rPr>
              <a:t>ご結婚記念日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65592" y="2706624"/>
            <a:ext cx="3063240" cy="11887"/>
          </a:xfrm>
          <a:prstGeom prst="rect">
            <a:avLst/>
          </a:prstGeom>
          <a:solidFill>
            <a:srgbClr val="7A6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19125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6AE9C"/>
                </a:solidFill>
                <a:latin typeface="游明朝"/>
              </a:rPr>
              <a:t>— 今月は該当なし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364224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6AE9C"/>
                </a:solidFill>
                <a:latin typeface="游ゴシック"/>
              </a:rPr>
              <a:t>2026.08.22 ｜ グランディエール ブケトーカイ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
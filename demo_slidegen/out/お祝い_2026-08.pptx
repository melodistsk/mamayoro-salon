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669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0D488"/>
                </a:solidFill>
                <a:latin typeface="游ゴシック"/>
              </a:rPr>
              <a:t>静岡ロータリークラブ ・ 第3742回 例会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32688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>
                <a:solidFill>
                  <a:srgbClr val="E7C477"/>
                </a:solidFill>
                <a:latin typeface="游明朝"/>
              </a:rPr>
              <a:t>8月のお祝い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38528"/>
            <a:ext cx="2103120" cy="32004"/>
          </a:xfrm>
          <a:prstGeom prst="rect">
            <a:avLst/>
          </a:prstGeom>
          <a:solidFill>
            <a:srgbClr val="E7C4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53328" y="2560320"/>
            <a:ext cx="12801" cy="2505456"/>
          </a:xfrm>
          <a:prstGeom prst="rect">
            <a:avLst/>
          </a:prstGeom>
          <a:solidFill>
            <a:srgbClr val="7A6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0D488"/>
                </a:solidFill>
                <a:latin typeface="游ゴシック"/>
              </a:rPr>
              <a:t>お誕生日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2706624"/>
            <a:ext cx="3063240" cy="11887"/>
          </a:xfrm>
          <a:prstGeom prst="rect">
            <a:avLst/>
          </a:prstGeom>
          <a:solidFill>
            <a:srgbClr val="7A6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3191256"/>
            <a:ext cx="841248" cy="384048"/>
          </a:xfrm>
          <a:prstGeom prst="roundRect">
            <a:avLst/>
          </a:prstGeom>
          <a:solidFill>
            <a:srgbClr val="E7C4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A1408"/>
                </a:solidFill>
                <a:latin typeface="Consolas"/>
              </a:rPr>
              <a:t>8/5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6232" y="3136392"/>
            <a:ext cx="42976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F7F1E2"/>
                </a:solidFill>
                <a:latin typeface="游明朝"/>
              </a:rPr>
              <a:t>佐藤 健一</a:t>
            </a:r>
            <a:r>
              <a:rPr sz="1700" b="0">
                <a:solidFill>
                  <a:srgbClr val="F0D488"/>
                </a:solidFill>
                <a:latin typeface="游ゴシック"/>
              </a:rPr>
              <a:t>  さん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776472"/>
            <a:ext cx="841248" cy="384048"/>
          </a:xfrm>
          <a:prstGeom prst="roundRect">
            <a:avLst/>
          </a:prstGeom>
          <a:solidFill>
            <a:srgbClr val="E7C4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A1408"/>
                </a:solidFill>
                <a:latin typeface="Consolas"/>
              </a:rPr>
              <a:t>8/14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6232" y="3721608"/>
            <a:ext cx="42976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F7F1E2"/>
                </a:solidFill>
                <a:latin typeface="游明朝"/>
              </a:rPr>
              <a:t>鈴木 美咲</a:t>
            </a:r>
            <a:r>
              <a:rPr sz="1700" b="0">
                <a:solidFill>
                  <a:srgbClr val="F0D488"/>
                </a:solidFill>
                <a:latin typeface="游ゴシック"/>
              </a:rPr>
              <a:t>  さん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361688"/>
            <a:ext cx="841248" cy="384048"/>
          </a:xfrm>
          <a:prstGeom prst="roundRect">
            <a:avLst/>
          </a:prstGeom>
          <a:solidFill>
            <a:srgbClr val="E7C4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A1408"/>
                </a:solidFill>
                <a:latin typeface="Consolas"/>
              </a:rPr>
              <a:t>8/27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6232" y="4306824"/>
            <a:ext cx="42976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F7F1E2"/>
                </a:solidFill>
                <a:latin typeface="游明朝"/>
              </a:rPr>
              <a:t>田中 大輔</a:t>
            </a:r>
            <a:r>
              <a:rPr sz="1700" b="0">
                <a:solidFill>
                  <a:srgbClr val="F0D488"/>
                </a:solidFill>
                <a:latin typeface="游ゴシック"/>
              </a:rPr>
              <a:t>  さん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5146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0D488"/>
                </a:solidFill>
                <a:latin typeface="游ゴシック"/>
              </a:rPr>
              <a:t>ご結婚記念日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65592" y="2706624"/>
            <a:ext cx="3063240" cy="11887"/>
          </a:xfrm>
          <a:prstGeom prst="rect">
            <a:avLst/>
          </a:prstGeom>
          <a:solidFill>
            <a:srgbClr val="7A6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191256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B6AE9C"/>
                </a:solidFill>
                <a:latin typeface="游明朝"/>
              </a:rPr>
              <a:t>— 今月は該当なし 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364224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6AE9C"/>
                </a:solidFill>
                <a:latin typeface="游ゴシック"/>
              </a:rPr>
              <a:t>2026.08.22 ｜ グランディエール ブケトーカイ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
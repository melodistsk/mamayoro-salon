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83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01168" y="201168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640080"/>
            <a:ext cx="164592" cy="1645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577072" y="201168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412480" y="73152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19456" y="4160520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12064" y="464515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631936" y="4096512"/>
            <a:ext cx="237744" cy="23774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430768" y="4572000"/>
            <a:ext cx="164592" cy="16459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828800" y="256032"/>
            <a:ext cx="128016" cy="128016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7187184" y="201168"/>
            <a:ext cx="146304" cy="146304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737360" y="4773168"/>
            <a:ext cx="128016" cy="128016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333488" y="4718304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38912" y="2347813"/>
            <a:ext cx="128016" cy="230429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38912" y="2542398"/>
            <a:ext cx="128016" cy="230429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90413" y="2496312"/>
            <a:ext cx="230429" cy="128016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84998" y="2496312"/>
            <a:ext cx="230429" cy="128016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56834" y="2514234"/>
            <a:ext cx="92172" cy="921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577072" y="2347813"/>
            <a:ext cx="128016" cy="230429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577072" y="2542398"/>
            <a:ext cx="128016" cy="230429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428573" y="2496312"/>
            <a:ext cx="230429" cy="128016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8623158" y="2496312"/>
            <a:ext cx="230429" cy="128016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594994" y="2514234"/>
            <a:ext cx="92172" cy="921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758952" y="854050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58952" y="993038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52882" y="96012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91870" y="96012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771754" y="972922"/>
            <a:ext cx="65837" cy="65837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293608" y="854050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8293608" y="993038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8187538" y="96012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8326526" y="96012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8306410" y="972922"/>
            <a:ext cx="65837" cy="65837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58952" y="3963010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58952" y="4101998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52882" y="406908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91870" y="406908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771754" y="4081882"/>
            <a:ext cx="65837" cy="65837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8293608" y="3963010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8293608" y="4101998"/>
            <a:ext cx="91440" cy="164592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8187538" y="406908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8326526" y="4069080"/>
            <a:ext cx="164592" cy="91440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8306410" y="4081882"/>
            <a:ext cx="65837" cy="65837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1188720" y="1371600"/>
            <a:ext cx="67665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1188720" y="3977640"/>
            <a:ext cx="67665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457200" y="1408176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C9A2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Happy Birthday</a:t>
            </a:r>
            <a:endParaRPr lang="en-US" sz="5400" dirty="0"/>
          </a:p>
        </p:txBody>
      </p:sp>
      <p:sp>
        <p:nvSpPr>
          <p:cNvPr id="49" name="Text 47"/>
          <p:cNvSpPr/>
          <p:nvPr/>
        </p:nvSpPr>
        <p:spPr>
          <a:xfrm>
            <a:off x="457200" y="2542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1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8月のお誕生日おめでとうございます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57200" y="31272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100" dirty="0">
                <a:solidFill>
                  <a:srgbClr val="F5E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第3742回 通常例会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E9C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2026年8月22日　グランディエール ブケトーカイ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お誕生日おめでとうございます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25196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08519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1406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9278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618220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618220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501543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654430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632302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64592" y="1280160"/>
            <a:ext cx="201168" cy="201168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10896" y="192024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320040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56032" y="402336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851392" y="1371600"/>
            <a:ext cx="182880" cy="182880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741664" y="228600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814816" y="347472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8686800" y="420624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88720" y="1325880"/>
            <a:ext cx="6766560" cy="3246120"/>
          </a:xfrm>
          <a:prstGeom prst="rect">
            <a:avLst/>
          </a:prstGeom>
          <a:solidFill>
            <a:srgbClr val="FFFFFF"/>
          </a:solidFill>
          <a:ln w="31750">
            <a:solidFill>
              <a:srgbClr val="E8CC5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88720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845552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457700" y="1202436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92024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45846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145846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134179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49467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47255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58494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58494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46827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62115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759903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45846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145846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34179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49467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47255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758494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758494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746827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62115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759903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1463040" y="169164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D3B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佐藤 健一 さん</a:t>
            </a:r>
            <a:endParaRPr lang="en-US" sz="4600" dirty="0"/>
          </a:p>
        </p:txBody>
      </p:sp>
      <p:sp>
        <p:nvSpPr>
          <p:cNvPr id="52" name="Shape 50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4462272" y="2939796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1463040" y="31546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8月5日生まれ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463040" y="382219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kern="0" spc="300" dirty="0">
                <a:solidFill>
                  <a:srgbClr val="1B5E3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Happy Birthday !!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お誕生日おめでとうございます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25196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08519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1406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9278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618220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618220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501543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654430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632302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64592" y="1280160"/>
            <a:ext cx="201168" cy="201168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10896" y="192024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320040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56032" y="402336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851392" y="1371600"/>
            <a:ext cx="182880" cy="182880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741664" y="228600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814816" y="347472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8686800" y="420624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88720" y="1325880"/>
            <a:ext cx="6766560" cy="3246120"/>
          </a:xfrm>
          <a:prstGeom prst="rect">
            <a:avLst/>
          </a:prstGeom>
          <a:solidFill>
            <a:srgbClr val="FFFFFF"/>
          </a:solidFill>
          <a:ln w="31750">
            <a:solidFill>
              <a:srgbClr val="E8CC5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88720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845552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457700" y="1202436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92024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45846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145846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134179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49467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47255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58494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58494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46827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62115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759903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45846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145846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34179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49467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47255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758494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758494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746827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62115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759903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1463040" y="169164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D3B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鈴木 美咲 さん</a:t>
            </a:r>
            <a:endParaRPr lang="en-US" sz="4600" dirty="0"/>
          </a:p>
        </p:txBody>
      </p:sp>
      <p:sp>
        <p:nvSpPr>
          <p:cNvPr id="52" name="Shape 50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4462272" y="2939796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1463040" y="31546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8月14日生まれ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463040" y="382219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kern="0" spc="300" dirty="0">
                <a:solidFill>
                  <a:srgbClr val="1B5E3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Happy Birthday !!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3B24"/>
          </a:solidFill>
          <a:ln w="12700">
            <a:solidFill>
              <a:srgbClr val="0D3B2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914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お誕生日おめでとうございます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25196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08519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1406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9278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618220" y="35881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618220" y="51169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501543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8654430" y="47548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632302" y="48957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64592" y="1280160"/>
            <a:ext cx="201168" cy="201168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10896" y="192024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320040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56032" y="402336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851392" y="1371600"/>
            <a:ext cx="182880" cy="182880"/>
          </a:xfrm>
          <a:prstGeom prst="ellipse">
            <a:avLst/>
          </a:prstGeom>
          <a:solidFill>
            <a:srgbClr val="C9A227">
              <a:alpha val="8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741664" y="2286000"/>
            <a:ext cx="146304" cy="146304"/>
          </a:xfrm>
          <a:prstGeom prst="ellipse">
            <a:avLst/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814816" y="3474720"/>
            <a:ext cx="164592" cy="164592"/>
          </a:xfrm>
          <a:prstGeom prst="ellipse">
            <a:avLst/>
          </a:prstGeom>
          <a:solidFill>
            <a:srgbClr val="C9A227">
              <a:alpha val="8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8686800" y="4206240"/>
            <a:ext cx="128016" cy="128016"/>
          </a:xfrm>
          <a:prstGeom prst="ellipse">
            <a:avLst/>
          </a:prstGeom>
          <a:solidFill>
            <a:srgbClr val="C9A227">
              <a:alpha val="70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88720" y="1325880"/>
            <a:ext cx="6766560" cy="3246120"/>
          </a:xfrm>
          <a:prstGeom prst="rect">
            <a:avLst/>
          </a:prstGeom>
          <a:solidFill>
            <a:srgbClr val="FFFFFF"/>
          </a:solidFill>
          <a:ln w="31750">
            <a:solidFill>
              <a:srgbClr val="E8CC5A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88720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7845552" y="1325880"/>
            <a:ext cx="109728" cy="3246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4457700" y="1202436"/>
            <a:ext cx="228600" cy="2286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192024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1316736"/>
            <a:ext cx="246888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45846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145846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134179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49467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147255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584948" y="134179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7584948" y="149467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7468271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7621158" y="145846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7599030" y="147255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45846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145846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134179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49467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47255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7584948" y="4222151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7584948" y="4375038"/>
            <a:ext cx="100584" cy="181051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7468271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7621158" y="4338828"/>
            <a:ext cx="181051" cy="100584"/>
          </a:xfrm>
          <a:prstGeom prst="ellipse">
            <a:avLst/>
          </a:prstGeom>
          <a:solidFill>
            <a:srgbClr val="C9A227">
              <a:alpha val="65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7599030" y="4352910"/>
            <a:ext cx="72420" cy="724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1463040" y="169164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D3B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田中 大輔 さん</a:t>
            </a:r>
            <a:endParaRPr lang="en-US" sz="4600" dirty="0"/>
          </a:p>
        </p:txBody>
      </p:sp>
      <p:sp>
        <p:nvSpPr>
          <p:cNvPr id="52" name="Shape 50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4462272" y="2939796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1463040" y="31546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C9A2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8月27日生まれ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463040" y="382219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kern="0" spc="300" dirty="0">
                <a:solidFill>
                  <a:srgbClr val="1B5E3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Happy Birthday !!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</Words>
  <Application>Microsoft Office PowerPoint</Application>
  <PresentationFormat>画面に合わせる (16:9)</PresentationFormat>
  <Paragraphs>20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Yu Gothic</vt:lpstr>
      <vt:lpstr>Yu Mincho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8月のお誕生日おめでとうございます</dc:title>
  <dc:subject>PptxGenJS Presentation</dc:subject>
  <dc:creator>PptxGenJS</dc:creator>
  <cp:lastModifiedBy>真太郎 神谷</cp:lastModifiedBy>
  <cp:revision>1</cp:revision>
  <dcterms:created xsi:type="dcterms:W3CDTF">2026-06-17T21:02:58Z</dcterms:created>
  <dcterms:modified xsi:type="dcterms:W3CDTF">2026-06-17T21:07:03Z</dcterms:modified>
</cp:coreProperties>
</file>